
<file path=[Content_Types].xml><?xml version="1.0" encoding="utf-8"?>
<Types xmlns="http://schemas.openxmlformats.org/package/2006/content-types">
  <Default Extension="bin" ContentType="image/png"/>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media/image5.bin" ContentType="image/jpeg"/>
  <Override PartName="/ppt/notesSlides/notesSlide1.xml" ContentType="application/vnd.openxmlformats-officedocument.presentationml.notesSlide+xml"/>
  <Override PartName="/ppt/media/image39.bin" ContentType="image/jpeg"/>
  <Override PartName="/ppt/media/image41.bin" ContentType="image/jpeg"/>
  <Override PartName="/ppt/media/image43.bin" ContentType="image/jpeg"/>
  <Override PartName="/ppt/media/image44.bin" ContentType="image/jpeg"/>
  <Override PartName="/ppt/media/image45.bin" ContentType="image/jpeg"/>
  <Override PartName="/ppt/media/image46.bin" ContentType="image/jpeg"/>
  <Override PartName="/ppt/media/image47.bin" ContentType="image/jpeg"/>
  <Override PartName="/ppt/media/image48.bin" ContentType="image/jpeg"/>
  <Override PartName="/ppt/media/image49.bin" ContentType="image/jpeg"/>
  <Override PartName="/ppt/media/image50.bin" ContentType="image/jpeg"/>
  <Override PartName="/ppt/media/image51.bin" ContentType="image/jpeg"/>
  <Override PartName="/ppt/media/image52.bin" ContentType="image/jpeg"/>
  <Override PartName="/ppt/media/image53.bin" ContentType="image/jpeg"/>
  <Override PartName="/ppt/media/image55.bin" ContentType="image/jpeg"/>
  <Override PartName="/ppt/media/image57.bin"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18" r:id="rId1"/>
  </p:sldMasterIdLst>
  <p:notesMasterIdLst>
    <p:notesMasterId r:id="rId37"/>
  </p:notesMasterIdLst>
  <p:sldIdLst>
    <p:sldId id="301" r:id="rId2"/>
    <p:sldId id="1572" r:id="rId3"/>
    <p:sldId id="1665" r:id="rId4"/>
    <p:sldId id="1666" r:id="rId5"/>
    <p:sldId id="1667" r:id="rId6"/>
    <p:sldId id="1668" r:id="rId7"/>
    <p:sldId id="1670" r:id="rId8"/>
    <p:sldId id="1672" r:id="rId9"/>
    <p:sldId id="1673" r:id="rId10"/>
    <p:sldId id="4060" r:id="rId11"/>
    <p:sldId id="318" r:id="rId12"/>
    <p:sldId id="371" r:id="rId13"/>
    <p:sldId id="424" r:id="rId14"/>
    <p:sldId id="454" r:id="rId15"/>
    <p:sldId id="489" r:id="rId16"/>
    <p:sldId id="526" r:id="rId17"/>
    <p:sldId id="563" r:id="rId18"/>
    <p:sldId id="595" r:id="rId19"/>
    <p:sldId id="622" r:id="rId20"/>
    <p:sldId id="675" r:id="rId21"/>
    <p:sldId id="728" r:id="rId22"/>
    <p:sldId id="769" r:id="rId23"/>
    <p:sldId id="800" r:id="rId24"/>
    <p:sldId id="883" r:id="rId25"/>
    <p:sldId id="926" r:id="rId26"/>
    <p:sldId id="979" r:id="rId27"/>
    <p:sldId id="1020" r:id="rId28"/>
    <p:sldId id="1039" r:id="rId29"/>
    <p:sldId id="1058" r:id="rId30"/>
    <p:sldId id="1077" r:id="rId31"/>
    <p:sldId id="1096" r:id="rId32"/>
    <p:sldId id="1113" r:id="rId33"/>
    <p:sldId id="1173" r:id="rId34"/>
    <p:sldId id="2018" r:id="rId35"/>
    <p:sldId id="2071" r:id="rId36"/>
  </p:sldIdLst>
  <p:sldSz cx="18288000" cy="10287000"/>
  <p:notesSz cx="18288000" cy="10287000"/>
  <p:embeddedFontLst>
    <p:embeddedFont>
      <p:font typeface="Montserrat" panose="00000500000000000000" pitchFamily="2" charset="0"/>
      <p:regular r:id="rId38"/>
      <p:bold r:id="rId39"/>
      <p:italic r:id="rId40"/>
      <p:boldItalic r:id="rId41"/>
    </p:embeddedFont>
    <p:embeddedFont>
      <p:font typeface="Segoe UI" panose="020B0502040204020203" pitchFamily="34" charset="0"/>
      <p:regular r:id="rId42"/>
      <p:bold r:id="rId43"/>
      <p:italic r:id="rId44"/>
      <p:boldItalic r:id="rId45"/>
    </p:embeddedFont>
    <p:embeddedFont>
      <p:font typeface="Trebuchet MS" panose="020B0603020202020204" pitchFamily="34" charset="0"/>
      <p:regular r:id="rId46"/>
      <p:bold r:id="rId47"/>
      <p:italic r:id="rId48"/>
      <p:boldItalic r:id="rId49"/>
    </p:embeddedFont>
    <p:embeddedFont>
      <p:font typeface="Wingdings 3" panose="05040102010807070707" pitchFamily="18" charset="2"/>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729F09-A843-46F9-808E-9CB675294ED7}" v="3" dt="2026-01-05T13:03:08.5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0" d="100"/>
          <a:sy n="50" d="100"/>
        </p:scale>
        <p:origin x="931" y="2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tkarsh Agarwal" userId="7a1216fa42ee05d0" providerId="LiveId" clId="{5A8ABE04-300D-46CD-9942-40B59078845C}"/>
    <pc:docChg chg="undo custSel addSld delSld modSld">
      <pc:chgData name="Utkarsh Agarwal" userId="7a1216fa42ee05d0" providerId="LiveId" clId="{5A8ABE04-300D-46CD-9942-40B59078845C}" dt="2026-01-05T13:03:34.949" v="83" actId="1076"/>
      <pc:docMkLst>
        <pc:docMk/>
      </pc:docMkLst>
      <pc:sldChg chg="delSp mod">
        <pc:chgData name="Utkarsh Agarwal" userId="7a1216fa42ee05d0" providerId="LiveId" clId="{5A8ABE04-300D-46CD-9942-40B59078845C}" dt="2026-01-05T12:55:26.068" v="10" actId="478"/>
        <pc:sldMkLst>
          <pc:docMk/>
          <pc:sldMk cId="3648047976" sldId="301"/>
        </pc:sldMkLst>
        <pc:picChg chg="del">
          <ac:chgData name="Utkarsh Agarwal" userId="7a1216fa42ee05d0" providerId="LiveId" clId="{5A8ABE04-300D-46CD-9942-40B59078845C}" dt="2026-01-05T12:55:26.068" v="10" actId="478"/>
          <ac:picMkLst>
            <pc:docMk/>
            <pc:sldMk cId="3648047976" sldId="301"/>
            <ac:picMk id="302" creationId="{A8642F66-C0BB-4949-9A9C-024B120A5D52}"/>
          </ac:picMkLst>
        </pc:picChg>
      </pc:sldChg>
      <pc:sldChg chg="delSp mod">
        <pc:chgData name="Utkarsh Agarwal" userId="7a1216fa42ee05d0" providerId="LiveId" clId="{5A8ABE04-300D-46CD-9942-40B59078845C}" dt="2026-01-05T12:55:16.392" v="9" actId="478"/>
        <pc:sldMkLst>
          <pc:docMk/>
          <pc:sldMk cId="3648047976" sldId="318"/>
        </pc:sldMkLst>
        <pc:picChg chg="del">
          <ac:chgData name="Utkarsh Agarwal" userId="7a1216fa42ee05d0" providerId="LiveId" clId="{5A8ABE04-300D-46CD-9942-40B59078845C}" dt="2026-01-05T12:55:16.392" v="9" actId="478"/>
          <ac:picMkLst>
            <pc:docMk/>
            <pc:sldMk cId="3648047976" sldId="318"/>
            <ac:picMk id="319" creationId="{A8642F66-C0BB-4949-9A9C-024B120A5D52}"/>
          </ac:picMkLst>
        </pc:picChg>
      </pc:sldChg>
      <pc:sldChg chg="delSp mod">
        <pc:chgData name="Utkarsh Agarwal" userId="7a1216fa42ee05d0" providerId="LiveId" clId="{5A8ABE04-300D-46CD-9942-40B59078845C}" dt="2026-01-05T12:55:44.939" v="18" actId="478"/>
        <pc:sldMkLst>
          <pc:docMk/>
          <pc:sldMk cId="3648047976" sldId="371"/>
        </pc:sldMkLst>
        <pc:picChg chg="del">
          <ac:chgData name="Utkarsh Agarwal" userId="7a1216fa42ee05d0" providerId="LiveId" clId="{5A8ABE04-300D-46CD-9942-40B59078845C}" dt="2026-01-05T12:55:44.939" v="18" actId="478"/>
          <ac:picMkLst>
            <pc:docMk/>
            <pc:sldMk cId="3648047976" sldId="371"/>
            <ac:picMk id="372" creationId="{A8642F66-C0BB-4949-9A9C-024B120A5D52}"/>
          </ac:picMkLst>
        </pc:picChg>
      </pc:sldChg>
      <pc:sldChg chg="delSp mod">
        <pc:chgData name="Utkarsh Agarwal" userId="7a1216fa42ee05d0" providerId="LiveId" clId="{5A8ABE04-300D-46CD-9942-40B59078845C}" dt="2026-01-05T12:55:47.248" v="19" actId="478"/>
        <pc:sldMkLst>
          <pc:docMk/>
          <pc:sldMk cId="3648047976" sldId="424"/>
        </pc:sldMkLst>
        <pc:picChg chg="del">
          <ac:chgData name="Utkarsh Agarwal" userId="7a1216fa42ee05d0" providerId="LiveId" clId="{5A8ABE04-300D-46CD-9942-40B59078845C}" dt="2026-01-05T12:55:47.248" v="19" actId="478"/>
          <ac:picMkLst>
            <pc:docMk/>
            <pc:sldMk cId="3648047976" sldId="424"/>
            <ac:picMk id="425" creationId="{A8642F66-C0BB-4949-9A9C-024B120A5D52}"/>
          </ac:picMkLst>
        </pc:picChg>
      </pc:sldChg>
      <pc:sldChg chg="delSp mod">
        <pc:chgData name="Utkarsh Agarwal" userId="7a1216fa42ee05d0" providerId="LiveId" clId="{5A8ABE04-300D-46CD-9942-40B59078845C}" dt="2026-01-05T12:55:49.820" v="20" actId="478"/>
        <pc:sldMkLst>
          <pc:docMk/>
          <pc:sldMk cId="3648047976" sldId="454"/>
        </pc:sldMkLst>
        <pc:picChg chg="del">
          <ac:chgData name="Utkarsh Agarwal" userId="7a1216fa42ee05d0" providerId="LiveId" clId="{5A8ABE04-300D-46CD-9942-40B59078845C}" dt="2026-01-05T12:55:49.820" v="20" actId="478"/>
          <ac:picMkLst>
            <pc:docMk/>
            <pc:sldMk cId="3648047976" sldId="454"/>
            <ac:picMk id="455" creationId="{A8642F66-C0BB-4949-9A9C-024B120A5D52}"/>
          </ac:picMkLst>
        </pc:picChg>
      </pc:sldChg>
      <pc:sldChg chg="addSp delSp mod">
        <pc:chgData name="Utkarsh Agarwal" userId="7a1216fa42ee05d0" providerId="LiveId" clId="{5A8ABE04-300D-46CD-9942-40B59078845C}" dt="2026-01-05T12:55:52.018" v="21" actId="478"/>
        <pc:sldMkLst>
          <pc:docMk/>
          <pc:sldMk cId="3648047976" sldId="489"/>
        </pc:sldMkLst>
        <pc:picChg chg="del">
          <ac:chgData name="Utkarsh Agarwal" userId="7a1216fa42ee05d0" providerId="LiveId" clId="{5A8ABE04-300D-46CD-9942-40B59078845C}" dt="2026-01-05T12:55:52.018" v="21" actId="478"/>
          <ac:picMkLst>
            <pc:docMk/>
            <pc:sldMk cId="3648047976" sldId="489"/>
            <ac:picMk id="490" creationId="{A8642F66-C0BB-4949-9A9C-024B120A5D52}"/>
          </ac:picMkLst>
        </pc:picChg>
        <pc:picChg chg="add del">
          <ac:chgData name="Utkarsh Agarwal" userId="7a1216fa42ee05d0" providerId="LiveId" clId="{5A8ABE04-300D-46CD-9942-40B59078845C}" dt="2026-01-05T12:55:00.701" v="7" actId="478"/>
          <ac:picMkLst>
            <pc:docMk/>
            <pc:sldMk cId="3648047976" sldId="489"/>
            <ac:picMk id="491" creationId="{A8642F66-C0BB-4949-9A9C-024B120A5D52}"/>
          </ac:picMkLst>
        </pc:picChg>
      </pc:sldChg>
      <pc:sldChg chg="delSp modSp mod">
        <pc:chgData name="Utkarsh Agarwal" userId="7a1216fa42ee05d0" providerId="LiveId" clId="{5A8ABE04-300D-46CD-9942-40B59078845C}" dt="2026-01-05T12:55:53.886" v="22" actId="478"/>
        <pc:sldMkLst>
          <pc:docMk/>
          <pc:sldMk cId="3648047976" sldId="526"/>
        </pc:sldMkLst>
        <pc:picChg chg="del">
          <ac:chgData name="Utkarsh Agarwal" userId="7a1216fa42ee05d0" providerId="LiveId" clId="{5A8ABE04-300D-46CD-9942-40B59078845C}" dt="2026-01-05T12:55:53.886" v="22" actId="478"/>
          <ac:picMkLst>
            <pc:docMk/>
            <pc:sldMk cId="3648047976" sldId="526"/>
            <ac:picMk id="527" creationId="{A8642F66-C0BB-4949-9A9C-024B120A5D52}"/>
          </ac:picMkLst>
        </pc:picChg>
        <pc:picChg chg="mod">
          <ac:chgData name="Utkarsh Agarwal" userId="7a1216fa42ee05d0" providerId="LiveId" clId="{5A8ABE04-300D-46CD-9942-40B59078845C}" dt="2026-01-05T12:53:52.088" v="4" actId="1035"/>
          <ac:picMkLst>
            <pc:docMk/>
            <pc:sldMk cId="3648047976" sldId="526"/>
            <ac:picMk id="538" creationId="{A8642F66-C0BB-4949-9A9C-024B120A5D52}"/>
          </ac:picMkLst>
        </pc:picChg>
      </pc:sldChg>
      <pc:sldChg chg="delSp mod">
        <pc:chgData name="Utkarsh Agarwal" userId="7a1216fa42ee05d0" providerId="LiveId" clId="{5A8ABE04-300D-46CD-9942-40B59078845C}" dt="2026-01-05T12:56:14.801" v="23" actId="478"/>
        <pc:sldMkLst>
          <pc:docMk/>
          <pc:sldMk cId="3648047976" sldId="563"/>
        </pc:sldMkLst>
        <pc:picChg chg="del">
          <ac:chgData name="Utkarsh Agarwal" userId="7a1216fa42ee05d0" providerId="LiveId" clId="{5A8ABE04-300D-46CD-9942-40B59078845C}" dt="2026-01-05T12:56:14.801" v="23" actId="478"/>
          <ac:picMkLst>
            <pc:docMk/>
            <pc:sldMk cId="3648047976" sldId="563"/>
            <ac:picMk id="564" creationId="{A8642F66-C0BB-4949-9A9C-024B120A5D52}"/>
          </ac:picMkLst>
        </pc:picChg>
      </pc:sldChg>
      <pc:sldChg chg="delSp modSp mod">
        <pc:chgData name="Utkarsh Agarwal" userId="7a1216fa42ee05d0" providerId="LiveId" clId="{5A8ABE04-300D-46CD-9942-40B59078845C}" dt="2026-01-05T12:56:17.010" v="24" actId="478"/>
        <pc:sldMkLst>
          <pc:docMk/>
          <pc:sldMk cId="3648047976" sldId="595"/>
        </pc:sldMkLst>
        <pc:picChg chg="del">
          <ac:chgData name="Utkarsh Agarwal" userId="7a1216fa42ee05d0" providerId="LiveId" clId="{5A8ABE04-300D-46CD-9942-40B59078845C}" dt="2026-01-05T12:56:17.010" v="24" actId="478"/>
          <ac:picMkLst>
            <pc:docMk/>
            <pc:sldMk cId="3648047976" sldId="595"/>
            <ac:picMk id="596" creationId="{A8642F66-C0BB-4949-9A9C-024B120A5D52}"/>
          </ac:picMkLst>
        </pc:picChg>
        <pc:picChg chg="mod">
          <ac:chgData name="Utkarsh Agarwal" userId="7a1216fa42ee05d0" providerId="LiveId" clId="{5A8ABE04-300D-46CD-9942-40B59078845C}" dt="2026-01-05T12:53:47.846" v="2" actId="1037"/>
          <ac:picMkLst>
            <pc:docMk/>
            <pc:sldMk cId="3648047976" sldId="595"/>
            <ac:picMk id="597" creationId="{A8642F66-C0BB-4949-9A9C-024B120A5D52}"/>
          </ac:picMkLst>
        </pc:picChg>
      </pc:sldChg>
      <pc:sldChg chg="delSp mod">
        <pc:chgData name="Utkarsh Agarwal" userId="7a1216fa42ee05d0" providerId="LiveId" clId="{5A8ABE04-300D-46CD-9942-40B59078845C}" dt="2026-01-05T12:56:24.065" v="25" actId="478"/>
        <pc:sldMkLst>
          <pc:docMk/>
          <pc:sldMk cId="3648047976" sldId="622"/>
        </pc:sldMkLst>
        <pc:picChg chg="del">
          <ac:chgData name="Utkarsh Agarwal" userId="7a1216fa42ee05d0" providerId="LiveId" clId="{5A8ABE04-300D-46CD-9942-40B59078845C}" dt="2026-01-05T12:56:24.065" v="25" actId="478"/>
          <ac:picMkLst>
            <pc:docMk/>
            <pc:sldMk cId="3648047976" sldId="622"/>
            <ac:picMk id="623" creationId="{A8642F66-C0BB-4949-9A9C-024B120A5D52}"/>
          </ac:picMkLst>
        </pc:picChg>
      </pc:sldChg>
      <pc:sldChg chg="delSp mod">
        <pc:chgData name="Utkarsh Agarwal" userId="7a1216fa42ee05d0" providerId="LiveId" clId="{5A8ABE04-300D-46CD-9942-40B59078845C}" dt="2026-01-05T12:56:26.396" v="26" actId="478"/>
        <pc:sldMkLst>
          <pc:docMk/>
          <pc:sldMk cId="3648047976" sldId="675"/>
        </pc:sldMkLst>
        <pc:picChg chg="del">
          <ac:chgData name="Utkarsh Agarwal" userId="7a1216fa42ee05d0" providerId="LiveId" clId="{5A8ABE04-300D-46CD-9942-40B59078845C}" dt="2026-01-05T12:56:26.396" v="26" actId="478"/>
          <ac:picMkLst>
            <pc:docMk/>
            <pc:sldMk cId="3648047976" sldId="675"/>
            <ac:picMk id="676" creationId="{A8642F66-C0BB-4949-9A9C-024B120A5D52}"/>
          </ac:picMkLst>
        </pc:picChg>
      </pc:sldChg>
      <pc:sldChg chg="delSp mod">
        <pc:chgData name="Utkarsh Agarwal" userId="7a1216fa42ee05d0" providerId="LiveId" clId="{5A8ABE04-300D-46CD-9942-40B59078845C}" dt="2026-01-05T12:56:28.912" v="27" actId="478"/>
        <pc:sldMkLst>
          <pc:docMk/>
          <pc:sldMk cId="3648047976" sldId="728"/>
        </pc:sldMkLst>
        <pc:picChg chg="del">
          <ac:chgData name="Utkarsh Agarwal" userId="7a1216fa42ee05d0" providerId="LiveId" clId="{5A8ABE04-300D-46CD-9942-40B59078845C}" dt="2026-01-05T12:56:28.912" v="27" actId="478"/>
          <ac:picMkLst>
            <pc:docMk/>
            <pc:sldMk cId="3648047976" sldId="728"/>
            <ac:picMk id="729" creationId="{A8642F66-C0BB-4949-9A9C-024B120A5D52}"/>
          </ac:picMkLst>
        </pc:picChg>
      </pc:sldChg>
      <pc:sldChg chg="delSp mod">
        <pc:chgData name="Utkarsh Agarwal" userId="7a1216fa42ee05d0" providerId="LiveId" clId="{5A8ABE04-300D-46CD-9942-40B59078845C}" dt="2026-01-05T12:56:31.212" v="28" actId="478"/>
        <pc:sldMkLst>
          <pc:docMk/>
          <pc:sldMk cId="3648047976" sldId="769"/>
        </pc:sldMkLst>
        <pc:picChg chg="del">
          <ac:chgData name="Utkarsh Agarwal" userId="7a1216fa42ee05d0" providerId="LiveId" clId="{5A8ABE04-300D-46CD-9942-40B59078845C}" dt="2026-01-05T12:56:31.212" v="28" actId="478"/>
          <ac:picMkLst>
            <pc:docMk/>
            <pc:sldMk cId="3648047976" sldId="769"/>
            <ac:picMk id="770" creationId="{A8642F66-C0BB-4949-9A9C-024B120A5D52}"/>
          </ac:picMkLst>
        </pc:picChg>
      </pc:sldChg>
      <pc:sldChg chg="delSp mod">
        <pc:chgData name="Utkarsh Agarwal" userId="7a1216fa42ee05d0" providerId="LiveId" clId="{5A8ABE04-300D-46CD-9942-40B59078845C}" dt="2026-01-05T12:56:33.329" v="29" actId="478"/>
        <pc:sldMkLst>
          <pc:docMk/>
          <pc:sldMk cId="3648047976" sldId="800"/>
        </pc:sldMkLst>
        <pc:picChg chg="del">
          <ac:chgData name="Utkarsh Agarwal" userId="7a1216fa42ee05d0" providerId="LiveId" clId="{5A8ABE04-300D-46CD-9942-40B59078845C}" dt="2026-01-05T12:56:33.329" v="29" actId="478"/>
          <ac:picMkLst>
            <pc:docMk/>
            <pc:sldMk cId="3648047976" sldId="800"/>
            <ac:picMk id="801" creationId="{A8642F66-C0BB-4949-9A9C-024B120A5D52}"/>
          </ac:picMkLst>
        </pc:picChg>
      </pc:sldChg>
      <pc:sldChg chg="delSp mod">
        <pc:chgData name="Utkarsh Agarwal" userId="7a1216fa42ee05d0" providerId="LiveId" clId="{5A8ABE04-300D-46CD-9942-40B59078845C}" dt="2026-01-05T12:56:35.405" v="30" actId="478"/>
        <pc:sldMkLst>
          <pc:docMk/>
          <pc:sldMk cId="3648047976" sldId="883"/>
        </pc:sldMkLst>
        <pc:picChg chg="del">
          <ac:chgData name="Utkarsh Agarwal" userId="7a1216fa42ee05d0" providerId="LiveId" clId="{5A8ABE04-300D-46CD-9942-40B59078845C}" dt="2026-01-05T12:56:35.405" v="30" actId="478"/>
          <ac:picMkLst>
            <pc:docMk/>
            <pc:sldMk cId="3648047976" sldId="883"/>
            <ac:picMk id="884" creationId="{A8642F66-C0BB-4949-9A9C-024B120A5D52}"/>
          </ac:picMkLst>
        </pc:picChg>
      </pc:sldChg>
      <pc:sldChg chg="delSp mod">
        <pc:chgData name="Utkarsh Agarwal" userId="7a1216fa42ee05d0" providerId="LiveId" clId="{5A8ABE04-300D-46CD-9942-40B59078845C}" dt="2026-01-05T12:56:37.257" v="31" actId="478"/>
        <pc:sldMkLst>
          <pc:docMk/>
          <pc:sldMk cId="3648047976" sldId="926"/>
        </pc:sldMkLst>
        <pc:picChg chg="del">
          <ac:chgData name="Utkarsh Agarwal" userId="7a1216fa42ee05d0" providerId="LiveId" clId="{5A8ABE04-300D-46CD-9942-40B59078845C}" dt="2026-01-05T12:56:37.257" v="31" actId="478"/>
          <ac:picMkLst>
            <pc:docMk/>
            <pc:sldMk cId="3648047976" sldId="926"/>
            <ac:picMk id="927" creationId="{A8642F66-C0BB-4949-9A9C-024B120A5D52}"/>
          </ac:picMkLst>
        </pc:picChg>
      </pc:sldChg>
      <pc:sldChg chg="delSp mod">
        <pc:chgData name="Utkarsh Agarwal" userId="7a1216fa42ee05d0" providerId="LiveId" clId="{5A8ABE04-300D-46CD-9942-40B59078845C}" dt="2026-01-05T12:56:39.468" v="32" actId="478"/>
        <pc:sldMkLst>
          <pc:docMk/>
          <pc:sldMk cId="3648047976" sldId="979"/>
        </pc:sldMkLst>
        <pc:picChg chg="del">
          <ac:chgData name="Utkarsh Agarwal" userId="7a1216fa42ee05d0" providerId="LiveId" clId="{5A8ABE04-300D-46CD-9942-40B59078845C}" dt="2026-01-05T12:56:39.468" v="32" actId="478"/>
          <ac:picMkLst>
            <pc:docMk/>
            <pc:sldMk cId="3648047976" sldId="979"/>
            <ac:picMk id="980" creationId="{A8642F66-C0BB-4949-9A9C-024B120A5D52}"/>
          </ac:picMkLst>
        </pc:picChg>
      </pc:sldChg>
      <pc:sldChg chg="delSp mod">
        <pc:chgData name="Utkarsh Agarwal" userId="7a1216fa42ee05d0" providerId="LiveId" clId="{5A8ABE04-300D-46CD-9942-40B59078845C}" dt="2026-01-05T12:56:41.997" v="33" actId="478"/>
        <pc:sldMkLst>
          <pc:docMk/>
          <pc:sldMk cId="3648047976" sldId="1020"/>
        </pc:sldMkLst>
        <pc:picChg chg="del">
          <ac:chgData name="Utkarsh Agarwal" userId="7a1216fa42ee05d0" providerId="LiveId" clId="{5A8ABE04-300D-46CD-9942-40B59078845C}" dt="2026-01-05T12:56:41.997" v="33" actId="478"/>
          <ac:picMkLst>
            <pc:docMk/>
            <pc:sldMk cId="3648047976" sldId="1020"/>
            <ac:picMk id="1021" creationId="{A8642F66-C0BB-4949-9A9C-024B120A5D52}"/>
          </ac:picMkLst>
        </pc:picChg>
      </pc:sldChg>
      <pc:sldChg chg="delSp mod">
        <pc:chgData name="Utkarsh Agarwal" userId="7a1216fa42ee05d0" providerId="LiveId" clId="{5A8ABE04-300D-46CD-9942-40B59078845C}" dt="2026-01-05T12:56:49.815" v="34" actId="478"/>
        <pc:sldMkLst>
          <pc:docMk/>
          <pc:sldMk cId="3648047976" sldId="1039"/>
        </pc:sldMkLst>
        <pc:picChg chg="del">
          <ac:chgData name="Utkarsh Agarwal" userId="7a1216fa42ee05d0" providerId="LiveId" clId="{5A8ABE04-300D-46CD-9942-40B59078845C}" dt="2026-01-05T12:56:49.815" v="34" actId="478"/>
          <ac:picMkLst>
            <pc:docMk/>
            <pc:sldMk cId="3648047976" sldId="1039"/>
            <ac:picMk id="1040" creationId="{A8642F66-C0BB-4949-9A9C-024B120A5D52}"/>
          </ac:picMkLst>
        </pc:picChg>
      </pc:sldChg>
      <pc:sldChg chg="delSp mod">
        <pc:chgData name="Utkarsh Agarwal" userId="7a1216fa42ee05d0" providerId="LiveId" clId="{5A8ABE04-300D-46CD-9942-40B59078845C}" dt="2026-01-05T12:56:51.960" v="35" actId="478"/>
        <pc:sldMkLst>
          <pc:docMk/>
          <pc:sldMk cId="3648047976" sldId="1058"/>
        </pc:sldMkLst>
        <pc:picChg chg="del">
          <ac:chgData name="Utkarsh Agarwal" userId="7a1216fa42ee05d0" providerId="LiveId" clId="{5A8ABE04-300D-46CD-9942-40B59078845C}" dt="2026-01-05T12:56:51.960" v="35" actId="478"/>
          <ac:picMkLst>
            <pc:docMk/>
            <pc:sldMk cId="3648047976" sldId="1058"/>
            <ac:picMk id="1059" creationId="{A8642F66-C0BB-4949-9A9C-024B120A5D52}"/>
          </ac:picMkLst>
        </pc:picChg>
      </pc:sldChg>
      <pc:sldChg chg="delSp mod">
        <pc:chgData name="Utkarsh Agarwal" userId="7a1216fa42ee05d0" providerId="LiveId" clId="{5A8ABE04-300D-46CD-9942-40B59078845C}" dt="2026-01-05T12:56:54.305" v="36" actId="478"/>
        <pc:sldMkLst>
          <pc:docMk/>
          <pc:sldMk cId="3648047976" sldId="1077"/>
        </pc:sldMkLst>
        <pc:picChg chg="del">
          <ac:chgData name="Utkarsh Agarwal" userId="7a1216fa42ee05d0" providerId="LiveId" clId="{5A8ABE04-300D-46CD-9942-40B59078845C}" dt="2026-01-05T12:56:54.305" v="36" actId="478"/>
          <ac:picMkLst>
            <pc:docMk/>
            <pc:sldMk cId="3648047976" sldId="1077"/>
            <ac:picMk id="1078" creationId="{A8642F66-C0BB-4949-9A9C-024B120A5D52}"/>
          </ac:picMkLst>
        </pc:picChg>
      </pc:sldChg>
      <pc:sldChg chg="addSp delSp mod">
        <pc:chgData name="Utkarsh Agarwal" userId="7a1216fa42ee05d0" providerId="LiveId" clId="{5A8ABE04-300D-46CD-9942-40B59078845C}" dt="2026-01-05T12:56:59.528" v="39" actId="478"/>
        <pc:sldMkLst>
          <pc:docMk/>
          <pc:sldMk cId="3648047976" sldId="1096"/>
        </pc:sldMkLst>
        <pc:picChg chg="del">
          <ac:chgData name="Utkarsh Agarwal" userId="7a1216fa42ee05d0" providerId="LiveId" clId="{5A8ABE04-300D-46CD-9942-40B59078845C}" dt="2026-01-05T12:56:59.528" v="39" actId="478"/>
          <ac:picMkLst>
            <pc:docMk/>
            <pc:sldMk cId="3648047976" sldId="1096"/>
            <ac:picMk id="1097" creationId="{A8642F66-C0BB-4949-9A9C-024B120A5D52}"/>
          </ac:picMkLst>
        </pc:picChg>
        <pc:picChg chg="add del">
          <ac:chgData name="Utkarsh Agarwal" userId="7a1216fa42ee05d0" providerId="LiveId" clId="{5A8ABE04-300D-46CD-9942-40B59078845C}" dt="2026-01-05T12:56:57.872" v="38" actId="478"/>
          <ac:picMkLst>
            <pc:docMk/>
            <pc:sldMk cId="3648047976" sldId="1096"/>
            <ac:picMk id="1098" creationId="{A8642F66-C0BB-4949-9A9C-024B120A5D52}"/>
          </ac:picMkLst>
        </pc:picChg>
      </pc:sldChg>
      <pc:sldChg chg="delSp mod">
        <pc:chgData name="Utkarsh Agarwal" userId="7a1216fa42ee05d0" providerId="LiveId" clId="{5A8ABE04-300D-46CD-9942-40B59078845C}" dt="2026-01-05T12:57:01.838" v="40" actId="478"/>
        <pc:sldMkLst>
          <pc:docMk/>
          <pc:sldMk cId="3648047976" sldId="1113"/>
        </pc:sldMkLst>
        <pc:picChg chg="del">
          <ac:chgData name="Utkarsh Agarwal" userId="7a1216fa42ee05d0" providerId="LiveId" clId="{5A8ABE04-300D-46CD-9942-40B59078845C}" dt="2026-01-05T12:57:01.838" v="40" actId="478"/>
          <ac:picMkLst>
            <pc:docMk/>
            <pc:sldMk cId="3648047976" sldId="1113"/>
            <ac:picMk id="1114" creationId="{A8642F66-C0BB-4949-9A9C-024B120A5D52}"/>
          </ac:picMkLst>
        </pc:picChg>
      </pc:sldChg>
      <pc:sldChg chg="delSp modSp mod">
        <pc:chgData name="Utkarsh Agarwal" userId="7a1216fa42ee05d0" providerId="LiveId" clId="{5A8ABE04-300D-46CD-9942-40B59078845C}" dt="2026-01-05T12:58:32.306" v="80" actId="1076"/>
        <pc:sldMkLst>
          <pc:docMk/>
          <pc:sldMk cId="3648047976" sldId="1173"/>
        </pc:sldMkLst>
        <pc:spChg chg="mod">
          <ac:chgData name="Utkarsh Agarwal" userId="7a1216fa42ee05d0" providerId="LiveId" clId="{5A8ABE04-300D-46CD-9942-40B59078845C}" dt="2026-01-05T12:58:32.306" v="80" actId="1076"/>
          <ac:spMkLst>
            <pc:docMk/>
            <pc:sldMk cId="3648047976" sldId="1173"/>
            <ac:spMk id="1187" creationId="{111B4A49-B930-4A89-A1CD-6CA2B3D95AED}"/>
          </ac:spMkLst>
        </pc:spChg>
        <pc:spChg chg="mod">
          <ac:chgData name="Utkarsh Agarwal" userId="7a1216fa42ee05d0" providerId="LiveId" clId="{5A8ABE04-300D-46CD-9942-40B59078845C}" dt="2026-01-05T12:58:32.306" v="80" actId="1076"/>
          <ac:spMkLst>
            <pc:docMk/>
            <pc:sldMk cId="3648047976" sldId="1173"/>
            <ac:spMk id="1189" creationId="{111B4A49-B930-4A89-A1CD-6CA2B3D95AED}"/>
          </ac:spMkLst>
        </pc:spChg>
        <pc:spChg chg="mod">
          <ac:chgData name="Utkarsh Agarwal" userId="7a1216fa42ee05d0" providerId="LiveId" clId="{5A8ABE04-300D-46CD-9942-40B59078845C}" dt="2026-01-05T12:58:32.306" v="80" actId="1076"/>
          <ac:spMkLst>
            <pc:docMk/>
            <pc:sldMk cId="3648047976" sldId="1173"/>
            <ac:spMk id="1195" creationId="{111B4A49-B930-4A89-A1CD-6CA2B3D95AED}"/>
          </ac:spMkLst>
        </pc:spChg>
        <pc:spChg chg="mod">
          <ac:chgData name="Utkarsh Agarwal" userId="7a1216fa42ee05d0" providerId="LiveId" clId="{5A8ABE04-300D-46CD-9942-40B59078845C}" dt="2026-01-05T12:58:32.306" v="80" actId="1076"/>
          <ac:spMkLst>
            <pc:docMk/>
            <pc:sldMk cId="3648047976" sldId="1173"/>
            <ac:spMk id="1197" creationId="{111B4A49-B930-4A89-A1CD-6CA2B3D95AED}"/>
          </ac:spMkLst>
        </pc:spChg>
        <pc:spChg chg="mod">
          <ac:chgData name="Utkarsh Agarwal" userId="7a1216fa42ee05d0" providerId="LiveId" clId="{5A8ABE04-300D-46CD-9942-40B59078845C}" dt="2026-01-05T12:58:32.306" v="80" actId="1076"/>
          <ac:spMkLst>
            <pc:docMk/>
            <pc:sldMk cId="3648047976" sldId="1173"/>
            <ac:spMk id="1203" creationId="{111B4A49-B930-4A89-A1CD-6CA2B3D95AED}"/>
          </ac:spMkLst>
        </pc:spChg>
        <pc:spChg chg="mod">
          <ac:chgData name="Utkarsh Agarwal" userId="7a1216fa42ee05d0" providerId="LiveId" clId="{5A8ABE04-300D-46CD-9942-40B59078845C}" dt="2026-01-05T12:58:32.306" v="80" actId="1076"/>
          <ac:spMkLst>
            <pc:docMk/>
            <pc:sldMk cId="3648047976" sldId="1173"/>
            <ac:spMk id="1205" creationId="{111B4A49-B930-4A89-A1CD-6CA2B3D95AED}"/>
          </ac:spMkLst>
        </pc:spChg>
        <pc:spChg chg="mod">
          <ac:chgData name="Utkarsh Agarwal" userId="7a1216fa42ee05d0" providerId="LiveId" clId="{5A8ABE04-300D-46CD-9942-40B59078845C}" dt="2026-01-05T12:58:32.306" v="80" actId="1076"/>
          <ac:spMkLst>
            <pc:docMk/>
            <pc:sldMk cId="3648047976" sldId="1173"/>
            <ac:spMk id="1209" creationId="{111B4A49-B930-4A89-A1CD-6CA2B3D95AED}"/>
          </ac:spMkLst>
        </pc:spChg>
        <pc:spChg chg="mod">
          <ac:chgData name="Utkarsh Agarwal" userId="7a1216fa42ee05d0" providerId="LiveId" clId="{5A8ABE04-300D-46CD-9942-40B59078845C}" dt="2026-01-05T12:58:32.306" v="80" actId="1076"/>
          <ac:spMkLst>
            <pc:docMk/>
            <pc:sldMk cId="3648047976" sldId="1173"/>
            <ac:spMk id="1211" creationId="{111B4A49-B930-4A89-A1CD-6CA2B3D95AED}"/>
          </ac:spMkLst>
        </pc:spChg>
        <pc:picChg chg="del">
          <ac:chgData name="Utkarsh Agarwal" userId="7a1216fa42ee05d0" providerId="LiveId" clId="{5A8ABE04-300D-46CD-9942-40B59078845C}" dt="2026-01-05T12:57:04.453" v="41" actId="478"/>
          <ac:picMkLst>
            <pc:docMk/>
            <pc:sldMk cId="3648047976" sldId="1173"/>
            <ac:picMk id="1174" creationId="{A8642F66-C0BB-4949-9A9C-024B120A5D52}"/>
          </ac:picMkLst>
        </pc:picChg>
        <pc:picChg chg="mod">
          <ac:chgData name="Utkarsh Agarwal" userId="7a1216fa42ee05d0" providerId="LiveId" clId="{5A8ABE04-300D-46CD-9942-40B59078845C}" dt="2026-01-05T12:58:32.306" v="80" actId="1076"/>
          <ac:picMkLst>
            <pc:docMk/>
            <pc:sldMk cId="3648047976" sldId="1173"/>
            <ac:picMk id="1183" creationId="{A8642F66-C0BB-4949-9A9C-024B120A5D52}"/>
          </ac:picMkLst>
        </pc:picChg>
        <pc:picChg chg="mod">
          <ac:chgData name="Utkarsh Agarwal" userId="7a1216fa42ee05d0" providerId="LiveId" clId="{5A8ABE04-300D-46CD-9942-40B59078845C}" dt="2026-01-05T12:58:32.306" v="80" actId="1076"/>
          <ac:picMkLst>
            <pc:docMk/>
            <pc:sldMk cId="3648047976" sldId="1173"/>
            <ac:picMk id="1207" creationId="{A8642F66-C0BB-4949-9A9C-024B120A5D52}"/>
          </ac:picMkLst>
        </pc:picChg>
      </pc:sldChg>
      <pc:sldChg chg="delSp mod">
        <pc:chgData name="Utkarsh Agarwal" userId="7a1216fa42ee05d0" providerId="LiveId" clId="{5A8ABE04-300D-46CD-9942-40B59078845C}" dt="2026-01-05T12:55:06.422" v="8" actId="478"/>
        <pc:sldMkLst>
          <pc:docMk/>
          <pc:sldMk cId="1109570782" sldId="1572"/>
        </pc:sldMkLst>
        <pc:picChg chg="del">
          <ac:chgData name="Utkarsh Agarwal" userId="7a1216fa42ee05d0" providerId="LiveId" clId="{5A8ABE04-300D-46CD-9942-40B59078845C}" dt="2026-01-05T12:55:06.422" v="8" actId="478"/>
          <ac:picMkLst>
            <pc:docMk/>
            <pc:sldMk cId="1109570782" sldId="1572"/>
            <ac:picMk id="2" creationId="{52E496FC-B1D7-C374-AABA-5FCAA31451F8}"/>
          </ac:picMkLst>
        </pc:picChg>
      </pc:sldChg>
      <pc:sldChg chg="delSp mod">
        <pc:chgData name="Utkarsh Agarwal" userId="7a1216fa42ee05d0" providerId="LiveId" clId="{5A8ABE04-300D-46CD-9942-40B59078845C}" dt="2026-01-05T12:55:29.624" v="11" actId="478"/>
        <pc:sldMkLst>
          <pc:docMk/>
          <pc:sldMk cId="704294931" sldId="1665"/>
        </pc:sldMkLst>
        <pc:picChg chg="del">
          <ac:chgData name="Utkarsh Agarwal" userId="7a1216fa42ee05d0" providerId="LiveId" clId="{5A8ABE04-300D-46CD-9942-40B59078845C}" dt="2026-01-05T12:55:29.624" v="11" actId="478"/>
          <ac:picMkLst>
            <pc:docMk/>
            <pc:sldMk cId="704294931" sldId="1665"/>
            <ac:picMk id="2" creationId="{5888FC0A-8802-2994-3197-2DFA8A5070C2}"/>
          </ac:picMkLst>
        </pc:picChg>
      </pc:sldChg>
      <pc:sldChg chg="delSp mod">
        <pc:chgData name="Utkarsh Agarwal" userId="7a1216fa42ee05d0" providerId="LiveId" clId="{5A8ABE04-300D-46CD-9942-40B59078845C}" dt="2026-01-05T12:55:31.116" v="12" actId="478"/>
        <pc:sldMkLst>
          <pc:docMk/>
          <pc:sldMk cId="489005" sldId="1666"/>
        </pc:sldMkLst>
        <pc:picChg chg="del">
          <ac:chgData name="Utkarsh Agarwal" userId="7a1216fa42ee05d0" providerId="LiveId" clId="{5A8ABE04-300D-46CD-9942-40B59078845C}" dt="2026-01-05T12:55:31.116" v="12" actId="478"/>
          <ac:picMkLst>
            <pc:docMk/>
            <pc:sldMk cId="489005" sldId="1666"/>
            <ac:picMk id="2" creationId="{FA9BA745-1B77-0C98-8575-CF68E547B466}"/>
          </ac:picMkLst>
        </pc:picChg>
      </pc:sldChg>
      <pc:sldChg chg="delSp mod">
        <pc:chgData name="Utkarsh Agarwal" userId="7a1216fa42ee05d0" providerId="LiveId" clId="{5A8ABE04-300D-46CD-9942-40B59078845C}" dt="2026-01-05T12:55:32.553" v="13" actId="478"/>
        <pc:sldMkLst>
          <pc:docMk/>
          <pc:sldMk cId="2786369574" sldId="1667"/>
        </pc:sldMkLst>
        <pc:picChg chg="del">
          <ac:chgData name="Utkarsh Agarwal" userId="7a1216fa42ee05d0" providerId="LiveId" clId="{5A8ABE04-300D-46CD-9942-40B59078845C}" dt="2026-01-05T12:55:32.553" v="13" actId="478"/>
          <ac:picMkLst>
            <pc:docMk/>
            <pc:sldMk cId="2786369574" sldId="1667"/>
            <ac:picMk id="2" creationId="{40C56FDE-E6D6-7ADF-1F4D-E27442204D2A}"/>
          </ac:picMkLst>
        </pc:picChg>
      </pc:sldChg>
      <pc:sldChg chg="delSp mod">
        <pc:chgData name="Utkarsh Agarwal" userId="7a1216fa42ee05d0" providerId="LiveId" clId="{5A8ABE04-300D-46CD-9942-40B59078845C}" dt="2026-01-05T12:55:35.759" v="14" actId="478"/>
        <pc:sldMkLst>
          <pc:docMk/>
          <pc:sldMk cId="3061253449" sldId="1668"/>
        </pc:sldMkLst>
        <pc:picChg chg="del">
          <ac:chgData name="Utkarsh Agarwal" userId="7a1216fa42ee05d0" providerId="LiveId" clId="{5A8ABE04-300D-46CD-9942-40B59078845C}" dt="2026-01-05T12:55:35.759" v="14" actId="478"/>
          <ac:picMkLst>
            <pc:docMk/>
            <pc:sldMk cId="3061253449" sldId="1668"/>
            <ac:picMk id="2" creationId="{9E549F51-BD1E-B653-2836-23920F9CBD47}"/>
          </ac:picMkLst>
        </pc:picChg>
      </pc:sldChg>
      <pc:sldChg chg="delSp mod">
        <pc:chgData name="Utkarsh Agarwal" userId="7a1216fa42ee05d0" providerId="LiveId" clId="{5A8ABE04-300D-46CD-9942-40B59078845C}" dt="2026-01-05T12:55:37.813" v="15" actId="478"/>
        <pc:sldMkLst>
          <pc:docMk/>
          <pc:sldMk cId="806802346" sldId="1670"/>
        </pc:sldMkLst>
        <pc:picChg chg="del">
          <ac:chgData name="Utkarsh Agarwal" userId="7a1216fa42ee05d0" providerId="LiveId" clId="{5A8ABE04-300D-46CD-9942-40B59078845C}" dt="2026-01-05T12:55:37.813" v="15" actId="478"/>
          <ac:picMkLst>
            <pc:docMk/>
            <pc:sldMk cId="806802346" sldId="1670"/>
            <ac:picMk id="2" creationId="{509071BB-C5E7-F853-0B8D-17EC45E440C0}"/>
          </ac:picMkLst>
        </pc:picChg>
      </pc:sldChg>
      <pc:sldChg chg="del">
        <pc:chgData name="Utkarsh Agarwal" userId="7a1216fa42ee05d0" providerId="LiveId" clId="{5A8ABE04-300D-46CD-9942-40B59078845C}" dt="2026-01-05T12:54:08.355" v="5" actId="47"/>
        <pc:sldMkLst>
          <pc:docMk/>
          <pc:sldMk cId="2324380443" sldId="1671"/>
        </pc:sldMkLst>
      </pc:sldChg>
      <pc:sldChg chg="delSp modSp mod">
        <pc:chgData name="Utkarsh Agarwal" userId="7a1216fa42ee05d0" providerId="LiveId" clId="{5A8ABE04-300D-46CD-9942-40B59078845C}" dt="2026-01-05T12:57:54.289" v="79" actId="20577"/>
        <pc:sldMkLst>
          <pc:docMk/>
          <pc:sldMk cId="1508902824" sldId="1672"/>
        </pc:sldMkLst>
        <pc:spChg chg="mod">
          <ac:chgData name="Utkarsh Agarwal" userId="7a1216fa42ee05d0" providerId="LiveId" clId="{5A8ABE04-300D-46CD-9942-40B59078845C}" dt="2026-01-05T12:57:54.289" v="79" actId="20577"/>
          <ac:spMkLst>
            <pc:docMk/>
            <pc:sldMk cId="1508902824" sldId="1672"/>
            <ac:spMk id="5" creationId="{3893ED8A-DCFA-69F3-324E-4B515A0698EC}"/>
          </ac:spMkLst>
        </pc:spChg>
        <pc:picChg chg="del">
          <ac:chgData name="Utkarsh Agarwal" userId="7a1216fa42ee05d0" providerId="LiveId" clId="{5A8ABE04-300D-46CD-9942-40B59078845C}" dt="2026-01-05T12:55:39.350" v="16" actId="478"/>
          <ac:picMkLst>
            <pc:docMk/>
            <pc:sldMk cId="1508902824" sldId="1672"/>
            <ac:picMk id="2" creationId="{56A2E02E-B8CD-1EBF-76C1-F40794865188}"/>
          </ac:picMkLst>
        </pc:picChg>
      </pc:sldChg>
      <pc:sldChg chg="delSp mod">
        <pc:chgData name="Utkarsh Agarwal" userId="7a1216fa42ee05d0" providerId="LiveId" clId="{5A8ABE04-300D-46CD-9942-40B59078845C}" dt="2026-01-05T12:55:41.316" v="17" actId="478"/>
        <pc:sldMkLst>
          <pc:docMk/>
          <pc:sldMk cId="1694601920" sldId="1673"/>
        </pc:sldMkLst>
        <pc:picChg chg="del">
          <ac:chgData name="Utkarsh Agarwal" userId="7a1216fa42ee05d0" providerId="LiveId" clId="{5A8ABE04-300D-46CD-9942-40B59078845C}" dt="2026-01-05T12:55:41.316" v="17" actId="478"/>
          <ac:picMkLst>
            <pc:docMk/>
            <pc:sldMk cId="1694601920" sldId="1673"/>
            <ac:picMk id="2" creationId="{6F9C9B49-E784-B203-560D-7D38052BC513}"/>
          </ac:picMkLst>
        </pc:picChg>
      </pc:sldChg>
      <pc:sldChg chg="delSp mod">
        <pc:chgData name="Utkarsh Agarwal" userId="7a1216fa42ee05d0" providerId="LiveId" clId="{5A8ABE04-300D-46CD-9942-40B59078845C}" dt="2026-01-05T12:57:08.938" v="42" actId="478"/>
        <pc:sldMkLst>
          <pc:docMk/>
          <pc:sldMk cId="3648047976" sldId="2018"/>
        </pc:sldMkLst>
        <pc:picChg chg="del">
          <ac:chgData name="Utkarsh Agarwal" userId="7a1216fa42ee05d0" providerId="LiveId" clId="{5A8ABE04-300D-46CD-9942-40B59078845C}" dt="2026-01-05T12:57:08.938" v="42" actId="478"/>
          <ac:picMkLst>
            <pc:docMk/>
            <pc:sldMk cId="3648047976" sldId="2018"/>
            <ac:picMk id="2019" creationId="{A8642F66-C0BB-4949-9A9C-024B120A5D52}"/>
          </ac:picMkLst>
        </pc:picChg>
      </pc:sldChg>
      <pc:sldChg chg="delSp mod">
        <pc:chgData name="Utkarsh Agarwal" userId="7a1216fa42ee05d0" providerId="LiveId" clId="{5A8ABE04-300D-46CD-9942-40B59078845C}" dt="2026-01-05T12:57:11.227" v="43" actId="478"/>
        <pc:sldMkLst>
          <pc:docMk/>
          <pc:sldMk cId="3648047976" sldId="2071"/>
        </pc:sldMkLst>
        <pc:picChg chg="del">
          <ac:chgData name="Utkarsh Agarwal" userId="7a1216fa42ee05d0" providerId="LiveId" clId="{5A8ABE04-300D-46CD-9942-40B59078845C}" dt="2026-01-05T12:57:11.227" v="43" actId="478"/>
          <ac:picMkLst>
            <pc:docMk/>
            <pc:sldMk cId="3648047976" sldId="2071"/>
            <ac:picMk id="2072" creationId="{A8642F66-C0BB-4949-9A9C-024B120A5D52}"/>
          </ac:picMkLst>
        </pc:picChg>
      </pc:sldChg>
      <pc:sldChg chg="modSp add mod">
        <pc:chgData name="Utkarsh Agarwal" userId="7a1216fa42ee05d0" providerId="LiveId" clId="{5A8ABE04-300D-46CD-9942-40B59078845C}" dt="2026-01-05T13:03:34.949" v="83" actId="1076"/>
        <pc:sldMkLst>
          <pc:docMk/>
          <pc:sldMk cId="3223529477" sldId="4060"/>
        </pc:sldMkLst>
        <pc:spChg chg="mod">
          <ac:chgData name="Utkarsh Agarwal" userId="7a1216fa42ee05d0" providerId="LiveId" clId="{5A8ABE04-300D-46CD-9942-40B59078845C}" dt="2026-01-05T13:03:34.949" v="83" actId="1076"/>
          <ac:spMkLst>
            <pc:docMk/>
            <pc:sldMk cId="3223529477" sldId="4060"/>
            <ac:spMk id="6" creationId="{0DC49683-C3A2-7CC5-B1F2-884525082B4A}"/>
          </ac:spMkLst>
        </pc:spChg>
        <pc:graphicFrameChg chg="mod">
          <ac:chgData name="Utkarsh Agarwal" userId="7a1216fa42ee05d0" providerId="LiveId" clId="{5A8ABE04-300D-46CD-9942-40B59078845C}" dt="2026-01-05T13:03:32.439" v="82" actId="1076"/>
          <ac:graphicFrameMkLst>
            <pc:docMk/>
            <pc:sldMk cId="3223529477" sldId="4060"/>
            <ac:graphicFrameMk id="5" creationId="{FA36D424-A2A6-D1B9-20AD-59F2BF5BC484}"/>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36C9F041-0774-49DF-BCAD-A0DB92D82F1C}" type="datetimeFigureOut">
              <a:rPr lang="en-IN" smtClean="0"/>
              <a:t>05-01-2026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C6B7FA88-EE8D-4EFB-B53E-AEEE22CD579F}" type="slidenum">
              <a:rPr lang="en-IN" smtClean="0"/>
              <a:t>‹#›</a:t>
            </a:fld>
            <a:endParaRPr lang="en-IN"/>
          </a:p>
        </p:txBody>
      </p:sp>
    </p:spTree>
    <p:extLst>
      <p:ext uri="{BB962C8B-B14F-4D97-AF65-F5344CB8AC3E}">
        <p14:creationId xmlns:p14="http://schemas.microsoft.com/office/powerpoint/2010/main" val="2556662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32965263-5227-B7E7-8C30-1210FCC8FBBF}"/>
            </a:ext>
          </a:extLst>
        </p:cNvPr>
        <p:cNvGrpSpPr/>
        <p:nvPr/>
      </p:nvGrpSpPr>
      <p:grpSpPr>
        <a:xfrm>
          <a:off x="0" y="0"/>
          <a:ext cx="0" cy="0"/>
          <a:chOff x="0" y="0"/>
          <a:chExt cx="0" cy="0"/>
        </a:xfrm>
      </p:grpSpPr>
      <p:sp>
        <p:nvSpPr>
          <p:cNvPr id="139" name="Google Shape;139;p6:notes">
            <a:extLst>
              <a:ext uri="{FF2B5EF4-FFF2-40B4-BE49-F238E27FC236}">
                <a16:creationId xmlns:a16="http://schemas.microsoft.com/office/drawing/2014/main" id="{6559837C-99D2-FFBD-39C7-28BBABCAD108}"/>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6:notes">
            <a:extLst>
              <a:ext uri="{FF2B5EF4-FFF2-40B4-BE49-F238E27FC236}">
                <a16:creationId xmlns:a16="http://schemas.microsoft.com/office/drawing/2014/main" id="{8918872D-AD75-147F-F139-DE71CEAAFB8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28F817A6-9B98-DCE6-96B2-44E3011A67AE}"/>
              </a:ext>
            </a:extLst>
          </p:cNvPr>
          <p:cNvSpPr>
            <a:spLocks noGrp="1"/>
          </p:cNvSpPr>
          <p:nvPr>
            <p:ph type="dt" idx="10"/>
          </p:nvPr>
        </p:nvSpPr>
        <p:spPr/>
        <p:txBody>
          <a:bodyPr/>
          <a:lstStyle/>
          <a:p>
            <a:endParaRPr lang="en-IN"/>
          </a:p>
        </p:txBody>
      </p:sp>
    </p:spTree>
    <p:extLst>
      <p:ext uri="{BB962C8B-B14F-4D97-AF65-F5344CB8AC3E}">
        <p14:creationId xmlns:p14="http://schemas.microsoft.com/office/powerpoint/2010/main" val="4136308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fld id="{6EB8CEAE-9ACF-4870-96B2-2FDD755B4008}"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696296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B8CEAE-9ACF-4870-96B2-2FDD755B4008}"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430483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5"/>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0"/>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B8CEAE-9ACF-4870-96B2-2FDD755B4008}"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944509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7"/>
            <a:ext cx="7772400" cy="6527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7"/>
            <a:ext cx="7772400" cy="6527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B8CEAE-9ACF-4870-96B2-2FDD755B4008}" type="datetimeFigureOut">
              <a:rPr lang="en-IN" smtClean="0"/>
              <a:t>05-01-2026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906370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3"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2" y="2521745"/>
            <a:ext cx="7736680"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2" y="3757612"/>
            <a:ext cx="7736680" cy="55268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3"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2"/>
            <a:ext cx="7774783" cy="55268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B8CEAE-9ACF-4870-96B2-2FDD755B4008}" type="datetimeFigureOut">
              <a:rPr lang="en-IN" smtClean="0"/>
              <a:t>05-01-2026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1827818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EB8CEAE-9ACF-4870-96B2-2FDD755B4008}" type="datetimeFigureOut">
              <a:rPr lang="en-IN" smtClean="0"/>
              <a:t>05-01-2026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865513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B8CEAE-9ACF-4870-96B2-2FDD755B4008}" type="datetimeFigureOut">
              <a:rPr lang="en-IN" smtClean="0"/>
              <a:t>05-01-2026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930467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5"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3" y="1481139"/>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5" cy="5717383"/>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6EB8CEAE-9ACF-4870-96B2-2FDD755B4008}" type="datetimeFigureOut">
              <a:rPr lang="en-IN" smtClean="0"/>
              <a:t>05-01-2026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876373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5" cy="2400300"/>
          </a:xfrm>
        </p:spPr>
        <p:txBody>
          <a:bodyPr anchor="b"/>
          <a:lstStyle>
            <a:lvl1pPr>
              <a:defRPr sz="4800"/>
            </a:lvl1pPr>
          </a:lstStyle>
          <a:p>
            <a:r>
              <a:rPr lang="en-US"/>
              <a:t>Click to edit Master title style</a:t>
            </a:r>
          </a:p>
        </p:txBody>
      </p:sp>
      <p:sp>
        <p:nvSpPr>
          <p:cNvPr id="3" name="Picture Placeholder 2"/>
          <p:cNvSpPr>
            <a:spLocks noGrp="1"/>
          </p:cNvSpPr>
          <p:nvPr>
            <p:ph type="pic" idx="1"/>
          </p:nvPr>
        </p:nvSpPr>
        <p:spPr>
          <a:xfrm>
            <a:off x="7774783" y="1481139"/>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5" cy="5717383"/>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6EB8CEAE-9ACF-4870-96B2-2FDD755B4008}" type="datetimeFigureOut">
              <a:rPr lang="en-IN" smtClean="0"/>
              <a:t>05-01-2026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041845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B8CEAE-9ACF-4870-96B2-2FDD755B4008}"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604027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7"/>
            <a:ext cx="3943350" cy="871775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7"/>
            <a:ext cx="11601450" cy="871775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B8CEAE-9ACF-4870-96B2-2FDD755B4008}"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197253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9" name="Rectangle 8"/>
          <p:cNvSpPr/>
          <p:nvPr/>
        </p:nvSpPr>
        <p:spPr>
          <a:xfrm>
            <a:off x="3" y="10168303"/>
            <a:ext cx="18287995" cy="118696"/>
          </a:xfrm>
          <a:prstGeom prst="rect">
            <a:avLst/>
          </a:prstGeom>
          <a:solidFill>
            <a:srgbClr val="ED771F"/>
          </a:solidFill>
          <a:ln w="12700" cap="flat" cmpd="sng" algn="ctr">
            <a:noFill/>
            <a:prstDash val="solid"/>
            <a:miter lim="800000"/>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defRPr/>
            </a:pPr>
            <a:endParaRPr kumimoji="0" lang="en-US" sz="2700" b="0" i="0" u="none" strike="noStrike" kern="0" cap="none" spc="0" normalizeH="0" baseline="0" noProof="0">
              <a:ln>
                <a:noFill/>
              </a:ln>
              <a:solidFill>
                <a:srgbClr val="FFFFFF"/>
              </a:solidFill>
              <a:effectLst/>
              <a:uLnTx/>
              <a:uFillTx/>
            </a:endParaRPr>
          </a:p>
        </p:txBody>
      </p:sp>
      <p:sp>
        <p:nvSpPr>
          <p:cNvPr id="2" name="Rectangle 1">
            <a:extLst>
              <a:ext uri="{FF2B5EF4-FFF2-40B4-BE49-F238E27FC236}">
                <a16:creationId xmlns:a16="http://schemas.microsoft.com/office/drawing/2014/main" id="{7E43606C-9B53-79F1-02DD-16BC50BEB5CE}"/>
              </a:ext>
            </a:extLst>
          </p:cNvPr>
          <p:cNvSpPr/>
          <p:nvPr/>
        </p:nvSpPr>
        <p:spPr>
          <a:xfrm>
            <a:off x="3117983" y="646527"/>
            <a:ext cx="12160866" cy="69753"/>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3" name="Picture 2">
            <a:extLst>
              <a:ext uri="{FF2B5EF4-FFF2-40B4-BE49-F238E27FC236}">
                <a16:creationId xmlns:a16="http://schemas.microsoft.com/office/drawing/2014/main" id="{1E07FF37-7309-52C1-8095-3F729737C23E}"/>
              </a:ext>
            </a:extLst>
          </p:cNvPr>
          <p:cNvPicPr>
            <a:picLocks noChangeAspect="1"/>
          </p:cNvPicPr>
          <p:nvPr/>
        </p:nvPicPr>
        <p:blipFill>
          <a:blip r:embed="rId2"/>
          <a:stretch>
            <a:fillRect/>
          </a:stretch>
        </p:blipFill>
        <p:spPr>
          <a:xfrm>
            <a:off x="15532608" y="267460"/>
            <a:ext cx="2321280" cy="627945"/>
          </a:xfrm>
          <a:prstGeom prst="rect">
            <a:avLst/>
          </a:prstGeom>
        </p:spPr>
      </p:pic>
      <p:pic>
        <p:nvPicPr>
          <p:cNvPr id="4" name="Picture 3">
            <a:extLst>
              <a:ext uri="{FF2B5EF4-FFF2-40B4-BE49-F238E27FC236}">
                <a16:creationId xmlns:a16="http://schemas.microsoft.com/office/drawing/2014/main" id="{C148388E-C341-A5AF-55B7-4442EC1A9BDB}"/>
              </a:ext>
            </a:extLst>
          </p:cNvPr>
          <p:cNvPicPr>
            <a:picLocks noChangeAspect="1"/>
          </p:cNvPicPr>
          <p:nvPr/>
        </p:nvPicPr>
        <p:blipFill>
          <a:blip r:embed="rId3"/>
          <a:stretch>
            <a:fillRect/>
          </a:stretch>
        </p:blipFill>
        <p:spPr>
          <a:xfrm>
            <a:off x="492421" y="267463"/>
            <a:ext cx="2371803" cy="758130"/>
          </a:xfrm>
          <a:prstGeom prst="rect">
            <a:avLst/>
          </a:prstGeom>
        </p:spPr>
      </p:pic>
    </p:spTree>
    <p:extLst>
      <p:ext uri="{BB962C8B-B14F-4D97-AF65-F5344CB8AC3E}">
        <p14:creationId xmlns:p14="http://schemas.microsoft.com/office/powerpoint/2010/main" val="30969261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ection Titl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8288000" cy="10320815"/>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3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9464039" y="667400"/>
            <a:ext cx="8216219" cy="4937760"/>
          </a:xfrm>
          <a:prstGeom prst="rect">
            <a:avLst/>
          </a:prstGeom>
        </p:spPr>
        <p:txBody>
          <a:bodyPr lIns="0" tIns="0" rIns="0" bIns="0" anchor="b" anchorCtr="0">
            <a:noAutofit/>
          </a:bodyPr>
          <a:lstStyle>
            <a:lvl1pPr>
              <a:defRPr sz="9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p:nvSpPr>
        <p:spPr>
          <a:xfrm>
            <a:off x="9464040" y="5927766"/>
            <a:ext cx="3200400" cy="15087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Tree>
    <p:extLst>
      <p:ext uri="{BB962C8B-B14F-4D97-AF65-F5344CB8AC3E}">
        <p14:creationId xmlns:p14="http://schemas.microsoft.com/office/powerpoint/2010/main" val="35231022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9992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88175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76806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12226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01339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84141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0330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0147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82485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77599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1471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1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10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1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64863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1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73750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1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3246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1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30267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1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30143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Slide 1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7157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Slide 1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81029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lide 2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10951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7"/>
            <a:ext cx="15773400" cy="65270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6EB8CEAE-9ACF-4870-96B2-2FDD755B4008}" type="datetimeFigureOut">
              <a:rPr lang="en-IN" smtClean="0"/>
              <a:t>05-01-2026</a:t>
            </a:fld>
            <a:endParaRPr lang="en-IN"/>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3414AC96-115D-4CF4-9B0B-0F2A89887B52}" type="slidenum">
              <a:rPr lang="en-IN" smtClean="0"/>
              <a:t>‹#›</a:t>
            </a:fld>
            <a:endParaRPr lang="en-IN"/>
          </a:p>
        </p:txBody>
      </p:sp>
      <p:sp>
        <p:nvSpPr>
          <p:cNvPr id="7" name="Rectangle 6">
            <a:extLst>
              <a:ext uri="{FF2B5EF4-FFF2-40B4-BE49-F238E27FC236}">
                <a16:creationId xmlns:a16="http://schemas.microsoft.com/office/drawing/2014/main" id="{A3E00DB2-1B79-F076-988B-189E25D268A4}"/>
              </a:ext>
            </a:extLst>
          </p:cNvPr>
          <p:cNvSpPr/>
          <p:nvPr/>
        </p:nvSpPr>
        <p:spPr>
          <a:xfrm>
            <a:off x="3117983" y="646527"/>
            <a:ext cx="12160866" cy="69753"/>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8" name="Picture 7">
            <a:extLst>
              <a:ext uri="{FF2B5EF4-FFF2-40B4-BE49-F238E27FC236}">
                <a16:creationId xmlns:a16="http://schemas.microsoft.com/office/drawing/2014/main" id="{49E6FB77-67DC-C0AD-16FE-6E68AF2B8876}"/>
              </a:ext>
            </a:extLst>
          </p:cNvPr>
          <p:cNvPicPr>
            <a:picLocks noChangeAspect="1"/>
          </p:cNvPicPr>
          <p:nvPr/>
        </p:nvPicPr>
        <p:blipFill>
          <a:blip r:embed="rId35"/>
          <a:stretch>
            <a:fillRect/>
          </a:stretch>
        </p:blipFill>
        <p:spPr>
          <a:xfrm>
            <a:off x="15532608" y="267460"/>
            <a:ext cx="2321280" cy="627945"/>
          </a:xfrm>
          <a:prstGeom prst="rect">
            <a:avLst/>
          </a:prstGeom>
        </p:spPr>
      </p:pic>
      <p:pic>
        <p:nvPicPr>
          <p:cNvPr id="9" name="Picture 8">
            <a:extLst>
              <a:ext uri="{FF2B5EF4-FFF2-40B4-BE49-F238E27FC236}">
                <a16:creationId xmlns:a16="http://schemas.microsoft.com/office/drawing/2014/main" id="{D9ED9CD6-CADD-7BD4-3F8E-872DFDE3128D}"/>
              </a:ext>
            </a:extLst>
          </p:cNvPr>
          <p:cNvPicPr>
            <a:picLocks noChangeAspect="1"/>
          </p:cNvPicPr>
          <p:nvPr/>
        </p:nvPicPr>
        <p:blipFill>
          <a:blip r:embed="rId36"/>
          <a:stretch>
            <a:fillRect/>
          </a:stretch>
        </p:blipFill>
        <p:spPr>
          <a:xfrm>
            <a:off x="492421" y="267463"/>
            <a:ext cx="2371803" cy="758130"/>
          </a:xfrm>
          <a:prstGeom prst="rect">
            <a:avLst/>
          </a:prstGeom>
        </p:spPr>
      </p:pic>
      <p:sp>
        <p:nvSpPr>
          <p:cNvPr id="10" name="Rectangle 9">
            <a:extLst>
              <a:ext uri="{FF2B5EF4-FFF2-40B4-BE49-F238E27FC236}">
                <a16:creationId xmlns:a16="http://schemas.microsoft.com/office/drawing/2014/main" id="{F318C861-1BD5-B856-A0FD-4B28D1D8BE11}"/>
              </a:ext>
            </a:extLst>
          </p:cNvPr>
          <p:cNvSpPr/>
          <p:nvPr/>
        </p:nvSpPr>
        <p:spPr>
          <a:xfrm>
            <a:off x="3" y="10168303"/>
            <a:ext cx="18287995" cy="118696"/>
          </a:xfrm>
          <a:prstGeom prst="rect">
            <a:avLst/>
          </a:prstGeom>
          <a:solidFill>
            <a:srgbClr val="ED771F"/>
          </a:solidFill>
          <a:ln w="12700" cap="flat" cmpd="sng" algn="ctr">
            <a:noFill/>
            <a:prstDash val="solid"/>
            <a:miter lim="800000"/>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defRPr/>
            </a:pPr>
            <a:endParaRPr kumimoji="0" lang="en-US" sz="2700" b="0" i="0"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798327648"/>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image" Target="../media/image3.bin"/><Relationship Id="rId1" Type="http://schemas.openxmlformats.org/officeDocument/2006/relationships/slideLayout" Target="../slideLayouts/slideLayout7.xml"/><Relationship Id="rId5" Type="http://schemas.openxmlformats.org/officeDocument/2006/relationships/image" Target="../media/image6.bin"/><Relationship Id="rId4" Type="http://schemas.openxmlformats.org/officeDocument/2006/relationships/image" Target="../media/image5.bin"/></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5.bin"/><Relationship Id="rId5" Type="http://schemas.openxmlformats.org/officeDocument/2006/relationships/image" Target="../media/image14.bin"/><Relationship Id="rId4" Type="http://schemas.openxmlformats.org/officeDocument/2006/relationships/image" Target="../media/image4.bin"/></Relationships>
</file>

<file path=ppt/slides/_rels/slide12.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7.bin"/><Relationship Id="rId5" Type="http://schemas.openxmlformats.org/officeDocument/2006/relationships/image" Target="../media/image16.bin"/><Relationship Id="rId4" Type="http://schemas.openxmlformats.org/officeDocument/2006/relationships/image" Target="../media/image4.bin"/></Relationships>
</file>

<file path=ppt/slides/_rels/slide13.xml.rels><?xml version="1.0" encoding="UTF-8" standalone="yes"?>
<Relationships xmlns="http://schemas.openxmlformats.org/package/2006/relationships"><Relationship Id="rId8" Type="http://schemas.openxmlformats.org/officeDocument/2006/relationships/image" Target="../media/image21.bin"/><Relationship Id="rId3" Type="http://schemas.openxmlformats.org/officeDocument/2006/relationships/image" Target="../media/image13.bin"/><Relationship Id="rId7" Type="http://schemas.openxmlformats.org/officeDocument/2006/relationships/image" Target="../media/image20.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9.bin"/><Relationship Id="rId5" Type="http://schemas.openxmlformats.org/officeDocument/2006/relationships/image" Target="../media/image18.bin"/><Relationship Id="rId4" Type="http://schemas.openxmlformats.org/officeDocument/2006/relationships/image" Target="../media/image4.bin"/></Relationships>
</file>

<file path=ppt/slides/_rels/slide14.xml.rels><?xml version="1.0" encoding="UTF-8" standalone="yes"?>
<Relationships xmlns="http://schemas.openxmlformats.org/package/2006/relationships"><Relationship Id="rId8" Type="http://schemas.openxmlformats.org/officeDocument/2006/relationships/image" Target="../media/image19.bin"/><Relationship Id="rId3" Type="http://schemas.openxmlformats.org/officeDocument/2006/relationships/image" Target="../media/image13.bin"/><Relationship Id="rId7" Type="http://schemas.openxmlformats.org/officeDocument/2006/relationships/image" Target="../media/image2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21.bin"/><Relationship Id="rId5" Type="http://schemas.openxmlformats.org/officeDocument/2006/relationships/image" Target="../media/image22.bin"/><Relationship Id="rId4" Type="http://schemas.openxmlformats.org/officeDocument/2006/relationships/image" Target="../media/image4.bin"/><Relationship Id="rId9" Type="http://schemas.openxmlformats.org/officeDocument/2006/relationships/image" Target="../media/image20.bin"/></Relationships>
</file>

<file path=ppt/slides/_rels/slide15.xml.rels><?xml version="1.0" encoding="UTF-8" standalone="yes"?>
<Relationships xmlns="http://schemas.openxmlformats.org/package/2006/relationships"><Relationship Id="rId8" Type="http://schemas.openxmlformats.org/officeDocument/2006/relationships/image" Target="../media/image18.bin"/><Relationship Id="rId3" Type="http://schemas.openxmlformats.org/officeDocument/2006/relationships/image" Target="../media/image13.bin"/><Relationship Id="rId7" Type="http://schemas.openxmlformats.org/officeDocument/2006/relationships/image" Target="../media/image21.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20.bin"/><Relationship Id="rId5" Type="http://schemas.openxmlformats.org/officeDocument/2006/relationships/image" Target="../media/image24.bin"/><Relationship Id="rId10" Type="http://schemas.openxmlformats.org/officeDocument/2006/relationships/image" Target="../media/image25.bin"/><Relationship Id="rId4" Type="http://schemas.openxmlformats.org/officeDocument/2006/relationships/image" Target="../media/image4.bin"/><Relationship Id="rId9" Type="http://schemas.openxmlformats.org/officeDocument/2006/relationships/image" Target="../media/image19.bin"/></Relationships>
</file>

<file path=ppt/slides/_rels/slide16.xml.rels><?xml version="1.0" encoding="UTF-8" standalone="yes"?>
<Relationships xmlns="http://schemas.openxmlformats.org/package/2006/relationships"><Relationship Id="rId8" Type="http://schemas.openxmlformats.org/officeDocument/2006/relationships/image" Target="../media/image19.bin"/><Relationship Id="rId3" Type="http://schemas.openxmlformats.org/officeDocument/2006/relationships/image" Target="../media/image13.bin"/><Relationship Id="rId7" Type="http://schemas.openxmlformats.org/officeDocument/2006/relationships/image" Target="../media/image18.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21.bin"/><Relationship Id="rId5" Type="http://schemas.openxmlformats.org/officeDocument/2006/relationships/image" Target="../media/image20.bin"/><Relationship Id="rId10" Type="http://schemas.openxmlformats.org/officeDocument/2006/relationships/image" Target="../media/image26.bin"/><Relationship Id="rId4" Type="http://schemas.openxmlformats.org/officeDocument/2006/relationships/image" Target="../media/image4.bin"/><Relationship Id="rId9" Type="http://schemas.openxmlformats.org/officeDocument/2006/relationships/image" Target="../media/image22.bin"/></Relationships>
</file>

<file path=ppt/slides/_rels/slide17.xml.rels><?xml version="1.0" encoding="UTF-8" standalone="yes"?>
<Relationships xmlns="http://schemas.openxmlformats.org/package/2006/relationships"><Relationship Id="rId8" Type="http://schemas.openxmlformats.org/officeDocument/2006/relationships/image" Target="../media/image19.bin"/><Relationship Id="rId3" Type="http://schemas.openxmlformats.org/officeDocument/2006/relationships/image" Target="../media/image13.bin"/><Relationship Id="rId7" Type="http://schemas.openxmlformats.org/officeDocument/2006/relationships/image" Target="../media/image27.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21.bin"/><Relationship Id="rId5" Type="http://schemas.openxmlformats.org/officeDocument/2006/relationships/image" Target="../media/image20.bin"/><Relationship Id="rId4" Type="http://schemas.openxmlformats.org/officeDocument/2006/relationships/image" Target="../media/image4.bin"/><Relationship Id="rId9" Type="http://schemas.openxmlformats.org/officeDocument/2006/relationships/image" Target="../media/image22.bin"/></Relationships>
</file>

<file path=ppt/slides/_rels/slide18.xml.rels><?xml version="1.0" encoding="UTF-8" standalone="yes"?>
<Relationships xmlns="http://schemas.openxmlformats.org/package/2006/relationships"><Relationship Id="rId8" Type="http://schemas.openxmlformats.org/officeDocument/2006/relationships/image" Target="../media/image23.bin"/><Relationship Id="rId3" Type="http://schemas.openxmlformats.org/officeDocument/2006/relationships/image" Target="../media/image13.bin"/><Relationship Id="rId7" Type="http://schemas.openxmlformats.org/officeDocument/2006/relationships/image" Target="../media/image21.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22.bin"/><Relationship Id="rId5" Type="http://schemas.openxmlformats.org/officeDocument/2006/relationships/image" Target="../media/image20.bin"/><Relationship Id="rId4" Type="http://schemas.openxmlformats.org/officeDocument/2006/relationships/image" Target="../media/image4.bin"/><Relationship Id="rId9" Type="http://schemas.openxmlformats.org/officeDocument/2006/relationships/image" Target="../media/image19.bin"/></Relationships>
</file>

<file path=ppt/slides/_rels/slide19.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7.bin"/><Relationship Id="rId5" Type="http://schemas.openxmlformats.org/officeDocument/2006/relationships/image" Target="../media/image16.bin"/><Relationship Id="rId4" Type="http://schemas.openxmlformats.org/officeDocument/2006/relationships/image" Target="../media/image4.bin"/></Relationships>
</file>

<file path=ppt/slides/_rels/slide20.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7.bin"/><Relationship Id="rId5" Type="http://schemas.openxmlformats.org/officeDocument/2006/relationships/image" Target="../media/image16.bin"/><Relationship Id="rId4" Type="http://schemas.openxmlformats.org/officeDocument/2006/relationships/image" Target="../media/image4.bin"/></Relationships>
</file>

<file path=ppt/slides/_rels/slide21.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5" Type="http://schemas.openxmlformats.org/officeDocument/2006/relationships/image" Target="../media/image28.bin"/><Relationship Id="rId4" Type="http://schemas.openxmlformats.org/officeDocument/2006/relationships/image" Target="../media/image4.bin"/></Relationships>
</file>

<file path=ppt/slides/_rels/slide22.xml.rels><?xml version="1.0" encoding="UTF-8" standalone="yes"?>
<Relationships xmlns="http://schemas.openxmlformats.org/package/2006/relationships"><Relationship Id="rId3" Type="http://schemas.openxmlformats.org/officeDocument/2006/relationships/image" Target="../media/image13.bin"/><Relationship Id="rId7" Type="http://schemas.openxmlformats.org/officeDocument/2006/relationships/image" Target="../media/image31.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30.bin"/><Relationship Id="rId5" Type="http://schemas.openxmlformats.org/officeDocument/2006/relationships/image" Target="../media/image29.bin"/><Relationship Id="rId4" Type="http://schemas.openxmlformats.org/officeDocument/2006/relationships/image" Target="../media/image4.bin"/></Relationships>
</file>

<file path=ppt/slides/_rels/slide23.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7.bin"/><Relationship Id="rId5" Type="http://schemas.openxmlformats.org/officeDocument/2006/relationships/image" Target="../media/image14.bin"/><Relationship Id="rId4" Type="http://schemas.openxmlformats.org/officeDocument/2006/relationships/image" Target="../media/image4.bin"/></Relationships>
</file>

<file path=ppt/slides/_rels/slide24.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32.bin"/><Relationship Id="rId5" Type="http://schemas.openxmlformats.org/officeDocument/2006/relationships/image" Target="../media/image14.bin"/><Relationship Id="rId4" Type="http://schemas.openxmlformats.org/officeDocument/2006/relationships/image" Target="../media/image4.bin"/></Relationships>
</file>

<file path=ppt/slides/_rels/slide25.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7.bin"/><Relationship Id="rId5" Type="http://schemas.openxmlformats.org/officeDocument/2006/relationships/image" Target="../media/image16.bin"/><Relationship Id="rId4" Type="http://schemas.openxmlformats.org/officeDocument/2006/relationships/image" Target="../media/image4.bin"/></Relationships>
</file>

<file path=ppt/slides/_rels/slide26.xml.rels><?xml version="1.0" encoding="UTF-8" standalone="yes"?>
<Relationships xmlns="http://schemas.openxmlformats.org/package/2006/relationships"><Relationship Id="rId8" Type="http://schemas.openxmlformats.org/officeDocument/2006/relationships/image" Target="../media/image36.bin"/><Relationship Id="rId3" Type="http://schemas.openxmlformats.org/officeDocument/2006/relationships/image" Target="../media/image13.bin"/><Relationship Id="rId7" Type="http://schemas.openxmlformats.org/officeDocument/2006/relationships/image" Target="../media/image35.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34.bin"/><Relationship Id="rId5" Type="http://schemas.openxmlformats.org/officeDocument/2006/relationships/image" Target="../media/image33.bin"/><Relationship Id="rId4" Type="http://schemas.openxmlformats.org/officeDocument/2006/relationships/image" Target="../media/image4.bin"/><Relationship Id="rId9" Type="http://schemas.openxmlformats.org/officeDocument/2006/relationships/image" Target="../media/image37.bin"/></Relationships>
</file>

<file path=ppt/slides/_rels/slide27.xml.rels><?xml version="1.0" encoding="UTF-8" standalone="yes"?>
<Relationships xmlns="http://schemas.openxmlformats.org/package/2006/relationships"><Relationship Id="rId8" Type="http://schemas.openxmlformats.org/officeDocument/2006/relationships/image" Target="../media/image41.bin"/><Relationship Id="rId3" Type="http://schemas.openxmlformats.org/officeDocument/2006/relationships/image" Target="../media/image4.bin"/><Relationship Id="rId7" Type="http://schemas.openxmlformats.org/officeDocument/2006/relationships/image" Target="../media/image40.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39.bin"/><Relationship Id="rId5" Type="http://schemas.openxmlformats.org/officeDocument/2006/relationships/image" Target="../media/image38.bin"/><Relationship Id="rId10" Type="http://schemas.openxmlformats.org/officeDocument/2006/relationships/image" Target="../media/image43.bin"/><Relationship Id="rId4" Type="http://schemas.openxmlformats.org/officeDocument/2006/relationships/image" Target="../media/image19.bin"/><Relationship Id="rId9" Type="http://schemas.openxmlformats.org/officeDocument/2006/relationships/image" Target="../media/image42.bin"/></Relationships>
</file>

<file path=ppt/slides/_rels/slide28.xml.rels><?xml version="1.0" encoding="UTF-8" standalone="yes"?>
<Relationships xmlns="http://schemas.openxmlformats.org/package/2006/relationships"><Relationship Id="rId8" Type="http://schemas.openxmlformats.org/officeDocument/2006/relationships/image" Target="../media/image45.bin"/><Relationship Id="rId3" Type="http://schemas.openxmlformats.org/officeDocument/2006/relationships/image" Target="../media/image4.bin"/><Relationship Id="rId7" Type="http://schemas.openxmlformats.org/officeDocument/2006/relationships/image" Target="../media/image40.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44.bin"/><Relationship Id="rId5" Type="http://schemas.openxmlformats.org/officeDocument/2006/relationships/image" Target="../media/image38.bin"/><Relationship Id="rId10" Type="http://schemas.openxmlformats.org/officeDocument/2006/relationships/image" Target="../media/image46.bin"/><Relationship Id="rId4" Type="http://schemas.openxmlformats.org/officeDocument/2006/relationships/image" Target="../media/image19.bin"/><Relationship Id="rId9" Type="http://schemas.openxmlformats.org/officeDocument/2006/relationships/image" Target="../media/image42.bin"/></Relationships>
</file>

<file path=ppt/slides/_rels/slide29.xml.rels><?xml version="1.0" encoding="UTF-8" standalone="yes"?>
<Relationships xmlns="http://schemas.openxmlformats.org/package/2006/relationships"><Relationship Id="rId8" Type="http://schemas.openxmlformats.org/officeDocument/2006/relationships/image" Target="../media/image48.bin"/><Relationship Id="rId3" Type="http://schemas.openxmlformats.org/officeDocument/2006/relationships/image" Target="../media/image4.bin"/><Relationship Id="rId7" Type="http://schemas.openxmlformats.org/officeDocument/2006/relationships/image" Target="../media/image40.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47.bin"/><Relationship Id="rId5" Type="http://schemas.openxmlformats.org/officeDocument/2006/relationships/image" Target="../media/image38.bin"/><Relationship Id="rId10" Type="http://schemas.openxmlformats.org/officeDocument/2006/relationships/image" Target="../media/image49.bin"/><Relationship Id="rId4" Type="http://schemas.openxmlformats.org/officeDocument/2006/relationships/image" Target="../media/image19.bin"/><Relationship Id="rId9" Type="http://schemas.openxmlformats.org/officeDocument/2006/relationships/image" Target="../media/image42.bin"/></Relationships>
</file>

<file path=ppt/slides/_rels/slide30.xml.rels><?xml version="1.0" encoding="UTF-8" standalone="yes"?>
<Relationships xmlns="http://schemas.openxmlformats.org/package/2006/relationships"><Relationship Id="rId8" Type="http://schemas.openxmlformats.org/officeDocument/2006/relationships/image" Target="../media/image51.bin"/><Relationship Id="rId3" Type="http://schemas.openxmlformats.org/officeDocument/2006/relationships/image" Target="../media/image4.bin"/><Relationship Id="rId7" Type="http://schemas.openxmlformats.org/officeDocument/2006/relationships/image" Target="../media/image40.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50.bin"/><Relationship Id="rId5" Type="http://schemas.openxmlformats.org/officeDocument/2006/relationships/image" Target="../media/image38.bin"/><Relationship Id="rId10" Type="http://schemas.openxmlformats.org/officeDocument/2006/relationships/image" Target="../media/image52.bin"/><Relationship Id="rId4" Type="http://schemas.openxmlformats.org/officeDocument/2006/relationships/image" Target="../media/image19.bin"/><Relationship Id="rId9" Type="http://schemas.openxmlformats.org/officeDocument/2006/relationships/image" Target="../media/image42.bin"/></Relationships>
</file>

<file path=ppt/slides/_rels/slide31.xml.rels><?xml version="1.0" encoding="UTF-8" standalone="yes"?>
<Relationships xmlns="http://schemas.openxmlformats.org/package/2006/relationships"><Relationship Id="rId8" Type="http://schemas.openxmlformats.org/officeDocument/2006/relationships/image" Target="../media/image54.bin"/><Relationship Id="rId3" Type="http://schemas.openxmlformats.org/officeDocument/2006/relationships/image" Target="../media/image4.bin"/><Relationship Id="rId7" Type="http://schemas.openxmlformats.org/officeDocument/2006/relationships/image" Target="../media/image42.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53.bin"/><Relationship Id="rId5" Type="http://schemas.openxmlformats.org/officeDocument/2006/relationships/image" Target="../media/image40.bin"/><Relationship Id="rId4" Type="http://schemas.openxmlformats.org/officeDocument/2006/relationships/image" Target="../media/image19.bin"/></Relationships>
</file>

<file path=ppt/slides/_rels/slide32.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55.bin"/><Relationship Id="rId5" Type="http://schemas.openxmlformats.org/officeDocument/2006/relationships/image" Target="../media/image42.bin"/><Relationship Id="rId4" Type="http://schemas.openxmlformats.org/officeDocument/2006/relationships/image" Target="../media/image19.bin"/></Relationships>
</file>

<file path=ppt/slides/_rels/slide33.xml.rels><?xml version="1.0" encoding="UTF-8" standalone="yes"?>
<Relationships xmlns="http://schemas.openxmlformats.org/package/2006/relationships"><Relationship Id="rId8" Type="http://schemas.openxmlformats.org/officeDocument/2006/relationships/image" Target="../media/image58.bin"/><Relationship Id="rId3" Type="http://schemas.openxmlformats.org/officeDocument/2006/relationships/image" Target="../media/image13.bin"/><Relationship Id="rId7" Type="http://schemas.openxmlformats.org/officeDocument/2006/relationships/image" Target="../media/image16.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57.bin"/><Relationship Id="rId5" Type="http://schemas.openxmlformats.org/officeDocument/2006/relationships/image" Target="../media/image56.bin"/><Relationship Id="rId4" Type="http://schemas.openxmlformats.org/officeDocument/2006/relationships/image" Target="../media/image4.bin"/></Relationships>
</file>

<file path=ppt/slides/_rels/slide34.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5.bin"/><Relationship Id="rId5" Type="http://schemas.openxmlformats.org/officeDocument/2006/relationships/image" Target="../media/image14.bin"/><Relationship Id="rId4" Type="http://schemas.openxmlformats.org/officeDocument/2006/relationships/image" Target="../media/image4.bin"/></Relationships>
</file>

<file path=ppt/slides/_rels/slide35.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5.bin"/><Relationship Id="rId5" Type="http://schemas.openxmlformats.org/officeDocument/2006/relationships/image" Target="../media/image14.bin"/><Relationship Id="rId4" Type="http://schemas.openxmlformats.org/officeDocument/2006/relationships/image" Target="../media/image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300789"/>
            <a:ext cx="17832591" cy="9846916"/>
          </a:xfrm>
          <a:prstGeom prst="rect">
            <a:avLst/>
          </a:prstGeom>
        </p:spPr>
      </p:pic>
      <p:pic>
        <p:nvPicPr>
          <p:cNvPr id="30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307" name="Awesome Presentation Title-0">
            <a:extLst>
              <a:ext uri="{FF2B5EF4-FFF2-40B4-BE49-F238E27FC236}">
                <a16:creationId xmlns:a16="http://schemas.microsoft.com/office/drawing/2014/main" id="{111B4A49-B930-4A89-A1CD-6CA2B3D95AED}"/>
              </a:ext>
            </a:extLst>
          </p:cNvPr>
          <p:cNvSpPr txBox="1"/>
          <p:nvPr/>
        </p:nvSpPr>
        <p:spPr>
          <a:xfrm>
            <a:off x="762000" y="762000"/>
            <a:ext cx="11768138" cy="1714500"/>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Mastering Advanced Linux Features and Applications</a:t>
            </a:r>
          </a:p>
        </p:txBody>
      </p:sp>
      <p:sp>
        <p:nvSpPr>
          <p:cNvPr id="309" name="A small sentence which explains all about this presentation-0">
            <a:extLst>
              <a:ext uri="{FF2B5EF4-FFF2-40B4-BE49-F238E27FC236}">
                <a16:creationId xmlns:a16="http://schemas.microsoft.com/office/drawing/2014/main" id="{111B4A49-B930-4A89-A1CD-6CA2B3D95AED}"/>
              </a:ext>
            </a:extLst>
          </p:cNvPr>
          <p:cNvSpPr txBox="1"/>
          <p:nvPr/>
        </p:nvSpPr>
        <p:spPr>
          <a:xfrm>
            <a:off x="762000" y="2576989"/>
            <a:ext cx="11768138" cy="81915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Explore the world of Advanced Linux, its architecture, system administration, and its critical applications in cloud environments for developers and IT professionals.</a:t>
            </a:r>
          </a:p>
        </p:txBody>
      </p:sp>
      <p:pic>
        <p:nvPicPr>
          <p:cNvPr id="313"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4">
            <a:alphaModFix/>
          </a:blip>
          <a:stretch/>
        </p:blipFill>
        <p:spPr>
          <a:xfrm>
            <a:off x="228600" y="6400800"/>
            <a:ext cx="17830800" cy="3657600"/>
          </a:xfrm>
          <a:prstGeom prst="rect">
            <a:avLst/>
          </a:prstGeom>
        </p:spPr>
      </p:pic>
      <p:pic>
        <p:nvPicPr>
          <p:cNvPr id="31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4875669" y="6210300"/>
            <a:ext cx="3028950" cy="381000"/>
          </a:xfrm>
          <a:prstGeom prst="rect">
            <a:avLst/>
          </a:prstGeom>
        </p:spPr>
      </p:pic>
      <p:sp>
        <p:nvSpPr>
          <p:cNvPr id="2" name="Presenter Name-423">
            <a:extLst>
              <a:ext uri="{FF2B5EF4-FFF2-40B4-BE49-F238E27FC236}">
                <a16:creationId xmlns:a16="http://schemas.microsoft.com/office/drawing/2014/main" id="{6F139C14-334D-3CBB-2A07-4B776F5887EB}"/>
              </a:ext>
            </a:extLst>
          </p:cNvPr>
          <p:cNvSpPr txBox="1"/>
          <p:nvPr/>
        </p:nvSpPr>
        <p:spPr>
          <a:xfrm>
            <a:off x="527760" y="6591300"/>
            <a:ext cx="10091738" cy="451021"/>
          </a:xfrm>
          <a:prstGeom prst="rect">
            <a:avLst/>
          </a:prstGeom>
          <a:noFill/>
        </p:spPr>
        <p:txBody>
          <a:bodyPr vertOverflow="clip" horzOverflow="clip" wrap="square" lIns="0" tIns="0" rIns="0" bIns="0" rtlCol="0" anchor="t">
            <a:spAutoFit/>
          </a:bodyPr>
          <a:lstStyle/>
          <a:p>
            <a:pPr>
              <a:lnSpc>
                <a:spcPts val="3780"/>
              </a:lnSpc>
            </a:pPr>
            <a:r>
              <a:rPr lang="en-US" sz="2700" b="1" spc="-94" dirty="0">
                <a:solidFill>
                  <a:srgbClr val="FFFFFF">
                    <a:alpha val="100000"/>
                  </a:srgbClr>
                </a:solidFill>
                <a:latin typeface="Montserrat" panose="00000700000000000000" pitchFamily="2" charset="0"/>
              </a:rPr>
              <a:t>CSV102</a:t>
            </a:r>
          </a:p>
        </p:txBody>
      </p:sp>
    </p:spTree>
    <p:extLst>
      <p:ext uri="{BB962C8B-B14F-4D97-AF65-F5344CB8AC3E}">
        <p14:creationId xmlns:p14="http://schemas.microsoft.com/office/powerpoint/2010/main" val="3648047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9799970-A946-B550-5E72-F5E7FBA982CB}"/>
              </a:ext>
            </a:extLst>
          </p:cNvPr>
          <p:cNvSpPr txBox="1">
            <a:spLocks/>
          </p:cNvSpPr>
          <p:nvPr/>
        </p:nvSpPr>
        <p:spPr>
          <a:xfrm>
            <a:off x="7148513" y="1793875"/>
            <a:ext cx="4276725" cy="1320800"/>
          </a:xfrm>
          <a:prstGeom prst="rect">
            <a:avLst/>
          </a:prstGeom>
        </p:spPr>
        <p:txBody>
          <a:bodyPr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buClr>
                <a:schemeClr val="accent1"/>
              </a:buClr>
              <a:buSzPct val="80000"/>
              <a:defRPr/>
            </a:pPr>
            <a:r>
              <a:rPr lang="en-US" sz="2000" dirty="0">
                <a:solidFill>
                  <a:schemeClr val="tx1">
                    <a:lumMod val="75000"/>
                    <a:lumOff val="25000"/>
                  </a:schemeClr>
                </a:solidFill>
                <a:latin typeface="+mn-lt"/>
                <a:ea typeface="+mn-ea"/>
                <a:cs typeface="+mn-cs"/>
              </a:rPr>
              <a:t>L:3    T:0    P:0     Credits:3</a:t>
            </a:r>
            <a:br>
              <a:rPr lang="en-US" sz="2000" dirty="0">
                <a:solidFill>
                  <a:schemeClr val="tx1">
                    <a:lumMod val="75000"/>
                    <a:lumOff val="25000"/>
                  </a:schemeClr>
                </a:solidFill>
                <a:latin typeface="+mn-lt"/>
                <a:ea typeface="+mn-ea"/>
                <a:cs typeface="+mn-cs"/>
              </a:rPr>
            </a:br>
            <a:endParaRPr lang="en-US" sz="2000" dirty="0">
              <a:solidFill>
                <a:schemeClr val="accent1"/>
              </a:solidFill>
            </a:endParaRPr>
          </a:p>
        </p:txBody>
      </p:sp>
      <p:sp>
        <p:nvSpPr>
          <p:cNvPr id="4" name="Text Placeholder 2">
            <a:extLst>
              <a:ext uri="{FF2B5EF4-FFF2-40B4-BE49-F238E27FC236}">
                <a16:creationId xmlns:a16="http://schemas.microsoft.com/office/drawing/2014/main" id="{FEBB715F-DDC7-334A-EF50-332FC61B24EA}"/>
              </a:ext>
            </a:extLst>
          </p:cNvPr>
          <p:cNvSpPr txBox="1">
            <a:spLocks noChangeArrowheads="1"/>
          </p:cNvSpPr>
          <p:nvPr/>
        </p:nvSpPr>
        <p:spPr>
          <a:xfrm>
            <a:off x="7054850" y="3244850"/>
            <a:ext cx="5910263" cy="2825750"/>
          </a:xfrm>
          <a:prstGeom prst="rect">
            <a:avLst/>
          </a:prstGeom>
        </p:spPr>
        <p:txBody>
          <a:bodyPr lIns="91440" tIns="45720" rIns="91440" bIns="4572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0"/>
              </a:spcAft>
              <a:buClr>
                <a:schemeClr val="accent1"/>
              </a:buClr>
              <a:buSzPct val="80000"/>
              <a:buFont typeface="Wingdings 3" pitchFamily="2" charset="2"/>
              <a:buChar char=""/>
            </a:pPr>
            <a:r>
              <a:rPr lang="en-US" altLang="en-US" dirty="0">
                <a:latin typeface="Trebuchet MS" panose="020B0703020202090204" pitchFamily="34" charset="0"/>
                <a:cs typeface="Arial" panose="020B0604020202020204" pitchFamily="34" charset="0"/>
                <a:sym typeface="Arial" panose="020B0604020202020204" pitchFamily="34" charset="0"/>
              </a:rPr>
              <a:t>Textbooks: </a:t>
            </a:r>
          </a:p>
          <a:p>
            <a:pPr>
              <a:spcAft>
                <a:spcPct val="0"/>
              </a:spcAft>
              <a:buClr>
                <a:schemeClr val="accent1"/>
              </a:buClr>
              <a:buSzPct val="80000"/>
              <a:buFont typeface="Arial" panose="020B0604020202020204" pitchFamily="34" charset="0"/>
              <a:buNone/>
            </a:pPr>
            <a:r>
              <a:rPr lang="en-IN" i="0" dirty="0">
                <a:solidFill>
                  <a:srgbClr val="242424"/>
                </a:solidFill>
                <a:effectLst/>
                <a:latin typeface="Segoe UI" panose="020B0502040204020203" pitchFamily="34" charset="0"/>
              </a:rPr>
              <a:t>  </a:t>
            </a:r>
            <a:r>
              <a:rPr lang="en-IN" dirty="0"/>
              <a:t>LINUX POCKET GUIDE by DANIEL J. BARRETT, O'Reilly Media</a:t>
            </a: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r>
              <a:rPr lang="en-US" altLang="en-US" dirty="0">
                <a:latin typeface="Trebuchet MS" panose="020B0703020202090204" pitchFamily="34" charset="0"/>
                <a:cs typeface="Arial" panose="020B0604020202020204" pitchFamily="34" charset="0"/>
                <a:sym typeface="Arial" panose="020B0604020202020204" pitchFamily="34" charset="0"/>
              </a:rPr>
              <a:t>References: </a:t>
            </a:r>
          </a:p>
          <a:p>
            <a:pPr>
              <a:spcAft>
                <a:spcPct val="0"/>
              </a:spcAft>
              <a:buClr>
                <a:schemeClr val="accent1"/>
              </a:buClr>
              <a:buSzPct val="80000"/>
              <a:buFont typeface="Arial" panose="020B0604020202020204" pitchFamily="34" charset="0"/>
              <a:buNone/>
            </a:pPr>
            <a:br>
              <a:rPr lang="en-US" altLang="en-US" dirty="0">
                <a:latin typeface="Trebuchet MS" panose="020B0703020202090204" pitchFamily="34" charset="0"/>
                <a:cs typeface="Arial" panose="020B0604020202020204" pitchFamily="34" charset="0"/>
                <a:sym typeface="Arial" panose="020B0604020202020204" pitchFamily="34" charset="0"/>
              </a:rPr>
            </a:br>
            <a:r>
              <a:rPr lang="en-US" altLang="en-US" dirty="0">
                <a:latin typeface="Trebuchet MS" panose="020B0703020202090204" pitchFamily="34" charset="0"/>
                <a:cs typeface="Arial" panose="020B0604020202020204" pitchFamily="34" charset="0"/>
                <a:sym typeface="Arial" panose="020B0604020202020204" pitchFamily="34" charset="0"/>
              </a:rPr>
              <a:t>1. </a:t>
            </a:r>
            <a:r>
              <a:rPr lang="en-IN" dirty="0"/>
              <a:t>RUNNING LINUX by MATTHIAS KALLE DALHEIMER, LAR KAUFMAN, MATT WELSH, O'Reilly 	</a:t>
            </a: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Arial" panose="020B0604020202020204" pitchFamily="34" charset="0"/>
              <a:buNone/>
            </a:pPr>
            <a:br>
              <a:rPr lang="en-US" altLang="en-US" dirty="0">
                <a:latin typeface="Trebuchet MS" panose="020B0703020202090204" pitchFamily="34" charset="0"/>
                <a:cs typeface="Arial" panose="020B0604020202020204" pitchFamily="34" charset="0"/>
                <a:sym typeface="Arial" panose="020B0604020202020204" pitchFamily="34" charset="0"/>
              </a:rPr>
            </a:br>
            <a:r>
              <a:rPr lang="en-US" altLang="en-US" dirty="0">
                <a:latin typeface="Trebuchet MS" panose="020B0703020202090204" pitchFamily="34" charset="0"/>
                <a:cs typeface="Arial" panose="020B0604020202020204" pitchFamily="34" charset="0"/>
                <a:sym typeface="Arial" panose="020B0604020202020204" pitchFamily="34" charset="0"/>
              </a:rPr>
              <a:t>2. </a:t>
            </a:r>
            <a:r>
              <a:rPr lang="en-IN" dirty="0"/>
              <a:t>HOW LINUX WORKS by BRIAN WARD, NO STARCH PRESS</a:t>
            </a: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r>
              <a:rPr lang="en-US" altLang="en-US" dirty="0">
                <a:latin typeface="Trebuchet MS" panose="020B0703020202090204" pitchFamily="34" charset="0"/>
                <a:cs typeface="Arial" panose="020B0604020202020204" pitchFamily="34" charset="0"/>
                <a:sym typeface="Arial" panose="020B0604020202020204" pitchFamily="34" charset="0"/>
              </a:rPr>
              <a:t> </a:t>
            </a: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p:txBody>
      </p:sp>
      <p:sp>
        <p:nvSpPr>
          <p:cNvPr id="5" name="AutoShape 2" descr="Tutorial Review - Pro Git Book">
            <a:extLst>
              <a:ext uri="{FF2B5EF4-FFF2-40B4-BE49-F238E27FC236}">
                <a16:creationId xmlns:a16="http://schemas.microsoft.com/office/drawing/2014/main" id="{EA2FDBEC-48EE-7271-3553-C995A08325F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2" descr="Image result for linux pockcet guide">
            <a:extLst>
              <a:ext uri="{FF2B5EF4-FFF2-40B4-BE49-F238E27FC236}">
                <a16:creationId xmlns:a16="http://schemas.microsoft.com/office/drawing/2014/main" id="{A0CA9EB8-66EC-20B9-3220-5BC679264B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684" y="1322972"/>
            <a:ext cx="5202905" cy="8586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570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61530D-23E6-A7B1-78BC-9F3AEB6FDD51}"/>
              </a:ext>
            </a:extLst>
          </p:cNvPr>
          <p:cNvSpPr txBox="1">
            <a:spLocks/>
          </p:cNvSpPr>
          <p:nvPr/>
        </p:nvSpPr>
        <p:spPr>
          <a:xfrm>
            <a:off x="5029200" y="323834"/>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800" dirty="0">
                <a:solidFill>
                  <a:srgbClr val="C00000"/>
                </a:solidFill>
                <a:latin typeface="Times New Roman" panose="02020603050405020304" pitchFamily="18" charset="0"/>
                <a:cs typeface="Times New Roman" panose="02020603050405020304" pitchFamily="18" charset="0"/>
                <a:sym typeface="Times New Roman" panose="02020603050405020304" pitchFamily="18" charset="0"/>
              </a:rPr>
              <a:t>                Vision</a:t>
            </a:r>
          </a:p>
        </p:txBody>
      </p:sp>
      <p:sp>
        <p:nvSpPr>
          <p:cNvPr id="4" name="Content Placeholder 2">
            <a:extLst>
              <a:ext uri="{FF2B5EF4-FFF2-40B4-BE49-F238E27FC236}">
                <a16:creationId xmlns:a16="http://schemas.microsoft.com/office/drawing/2014/main" id="{000EEDC3-910E-630F-CB52-1CA6BB4CEFDF}"/>
              </a:ext>
            </a:extLst>
          </p:cNvPr>
          <p:cNvSpPr txBox="1">
            <a:spLocks/>
          </p:cNvSpPr>
          <p:nvPr/>
        </p:nvSpPr>
        <p:spPr>
          <a:xfrm>
            <a:off x="1280160" y="2279482"/>
            <a:ext cx="16139160" cy="76836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Wingdings 3" pitchFamily="2" charset="2"/>
              <a:buNone/>
            </a:pPr>
            <a:r>
              <a:rPr lang="en-US" altLang="en-US" sz="4000" dirty="0">
                <a:latin typeface="Times New Roman" panose="02020603050405020304" pitchFamily="18" charset="0"/>
                <a:cs typeface="Times New Roman" panose="02020603050405020304" pitchFamily="18" charset="0"/>
                <a:sym typeface="Times New Roman" panose="02020603050405020304" pitchFamily="18" charset="0"/>
              </a:rPr>
              <a:t>To be a globally recognized school through excellence in teaching, learning and research for creating Computer Science professionals, leaders and entrepreneurs of future contributing to society and industry for sustainable growth.</a:t>
            </a:r>
          </a:p>
        </p:txBody>
      </p:sp>
    </p:spTree>
    <p:extLst>
      <p:ext uri="{BB962C8B-B14F-4D97-AF65-F5344CB8AC3E}">
        <p14:creationId xmlns:p14="http://schemas.microsoft.com/office/powerpoint/2010/main" val="704294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9D8C99E-3F6C-0466-73AD-EAB45B68120E}"/>
              </a:ext>
            </a:extLst>
          </p:cNvPr>
          <p:cNvSpPr txBox="1">
            <a:spLocks/>
          </p:cNvSpPr>
          <p:nvPr/>
        </p:nvSpPr>
        <p:spPr>
          <a:xfrm>
            <a:off x="6083300" y="334169"/>
            <a:ext cx="8229600" cy="1517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altLang="en-US" sz="4800" dirty="0">
                <a:solidFill>
                  <a:srgbClr val="C00000"/>
                </a:solidFill>
                <a:latin typeface="Times New Roman" panose="02020603050405020304" pitchFamily="18" charset="0"/>
                <a:cs typeface="Times New Roman" panose="02020603050405020304" pitchFamily="18" charset="0"/>
                <a:sym typeface="Times New Roman" panose="02020603050405020304" pitchFamily="18" charset="0"/>
              </a:rPr>
            </a:br>
            <a:r>
              <a:rPr lang="en-US" altLang="en-US" sz="4800" dirty="0">
                <a:solidFill>
                  <a:srgbClr val="C00000"/>
                </a:solidFill>
                <a:latin typeface="Times New Roman" panose="02020603050405020304" pitchFamily="18" charset="0"/>
                <a:cs typeface="Times New Roman" panose="02020603050405020304" pitchFamily="18" charset="0"/>
                <a:sym typeface="Times New Roman" panose="02020603050405020304" pitchFamily="18" charset="0"/>
              </a:rPr>
              <a:t>         Mission</a:t>
            </a:r>
          </a:p>
        </p:txBody>
      </p:sp>
      <p:sp>
        <p:nvSpPr>
          <p:cNvPr id="4" name="Content Placeholder 2">
            <a:extLst>
              <a:ext uri="{FF2B5EF4-FFF2-40B4-BE49-F238E27FC236}">
                <a16:creationId xmlns:a16="http://schemas.microsoft.com/office/drawing/2014/main" id="{ABF5E370-6A70-E7FC-A81B-278423588B91}"/>
              </a:ext>
            </a:extLst>
          </p:cNvPr>
          <p:cNvSpPr txBox="1">
            <a:spLocks/>
          </p:cNvSpPr>
          <p:nvPr/>
        </p:nvSpPr>
        <p:spPr>
          <a:xfrm>
            <a:off x="2956560" y="2826068"/>
            <a:ext cx="13426440" cy="53120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To build computational skills through hands-on and practice-based learning with measurable outcomes.</a:t>
            </a:r>
          </a:p>
          <a:p>
            <a:pPr algn="just"/>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To establish a strong connect with industry for in-demand technology driven curriculum.</a:t>
            </a:r>
          </a:p>
          <a:p>
            <a:pPr algn="just"/>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To build the infrastructure for meaningful research around societal problems.</a:t>
            </a:r>
          </a:p>
          <a:p>
            <a:pPr algn="just"/>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To nurture future leaders through research-infused education and lifelong learning.</a:t>
            </a:r>
          </a:p>
          <a:p>
            <a:pPr algn="just"/>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To create smart and ethical professionals and entrepreneurs who are recognized globally</a:t>
            </a:r>
          </a:p>
        </p:txBody>
      </p:sp>
    </p:spTree>
    <p:extLst>
      <p:ext uri="{BB962C8B-B14F-4D97-AF65-F5344CB8AC3E}">
        <p14:creationId xmlns:p14="http://schemas.microsoft.com/office/powerpoint/2010/main" val="489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D56CC-17E2-A603-5735-7C17E954602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434A8DE-5400-21EA-1900-9818D5817C86}"/>
              </a:ext>
            </a:extLst>
          </p:cNvPr>
          <p:cNvSpPr txBox="1"/>
          <p:nvPr/>
        </p:nvSpPr>
        <p:spPr>
          <a:xfrm>
            <a:off x="2011680" y="2422296"/>
            <a:ext cx="13639800" cy="5016758"/>
          </a:xfrm>
          <a:prstGeom prst="rect">
            <a:avLst/>
          </a:prstGeom>
          <a:noFill/>
        </p:spPr>
        <p:txBody>
          <a:bodyPr wrap="square">
            <a:spAutoFit/>
          </a:bodyPr>
          <a:lstStyle/>
          <a:p>
            <a:r>
              <a:rPr lang="en-IN" sz="3200" dirty="0"/>
              <a:t>CO1 :: understand advanced Linux system administration and configuration techniques </a:t>
            </a:r>
          </a:p>
          <a:p>
            <a:r>
              <a:rPr lang="en-IN" sz="3200" dirty="0"/>
              <a:t>CO2 :: understand advanced networking and security configurations for cloud environments </a:t>
            </a:r>
          </a:p>
          <a:p>
            <a:r>
              <a:rPr lang="en-IN" sz="3200" dirty="0"/>
              <a:t>CO3 :: </a:t>
            </a:r>
            <a:r>
              <a:rPr lang="en-IN" sz="3200" dirty="0" err="1"/>
              <a:t>analyze</a:t>
            </a:r>
            <a:r>
              <a:rPr lang="en-IN" sz="3200" dirty="0"/>
              <a:t> cloud-based tools and services for managing and deploying Linux-based applications </a:t>
            </a:r>
          </a:p>
          <a:p>
            <a:r>
              <a:rPr lang="en-IN" sz="3200" dirty="0"/>
              <a:t>CO4 :: understand troubleshooting and optimization Linux systems for performance and efficiency </a:t>
            </a:r>
          </a:p>
          <a:p>
            <a:r>
              <a:rPr lang="en-IN" sz="3200" dirty="0"/>
              <a:t>CO5 :: </a:t>
            </a:r>
            <a:r>
              <a:rPr lang="en-IN" sz="3200" dirty="0" err="1"/>
              <a:t>analyze</a:t>
            </a:r>
            <a:r>
              <a:rPr lang="en-IN" sz="3200" dirty="0"/>
              <a:t> advanced Linux skills to real-world cloud computing scenarios </a:t>
            </a:r>
          </a:p>
          <a:p>
            <a:r>
              <a:rPr lang="en-IN" sz="3200" dirty="0"/>
              <a:t>CO6 :: understand Linux monitoring and </a:t>
            </a:r>
            <a:r>
              <a:rPr lang="en-IN" sz="3200" dirty="0" err="1"/>
              <a:t>adminsitration</a:t>
            </a:r>
            <a:endParaRPr lang="en-IN" sz="3200" dirty="0"/>
          </a:p>
        </p:txBody>
      </p:sp>
      <p:sp>
        <p:nvSpPr>
          <p:cNvPr id="11" name="Title 1">
            <a:extLst>
              <a:ext uri="{FF2B5EF4-FFF2-40B4-BE49-F238E27FC236}">
                <a16:creationId xmlns:a16="http://schemas.microsoft.com/office/drawing/2014/main" id="{3C2788A4-66A9-6A5A-07EE-86051C6E09D9}"/>
              </a:ext>
            </a:extLst>
          </p:cNvPr>
          <p:cNvSpPr txBox="1">
            <a:spLocks/>
          </p:cNvSpPr>
          <p:nvPr/>
        </p:nvSpPr>
        <p:spPr>
          <a:xfrm>
            <a:off x="5942806" y="1101496"/>
            <a:ext cx="6402387" cy="1320800"/>
          </a:xfrm>
          <a:prstGeom prst="rect">
            <a:avLst/>
          </a:prstGeom>
        </p:spPr>
        <p:txBody>
          <a:bodyPr lIns="91440" tIns="45720" rIns="91440" bIns="4572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ct val="0"/>
              </a:spcAft>
              <a:buClr>
                <a:srgbClr val="2C3C43"/>
              </a:buClr>
            </a:pPr>
            <a:r>
              <a:rPr lang="en-US" altLang="en-US" sz="4800" dirty="0">
                <a:solidFill>
                  <a:srgbClr val="C00000"/>
                </a:solidFill>
                <a:latin typeface="Times New Roman" panose="02020603050405020304" pitchFamily="18" charset="0"/>
                <a:cs typeface="Times New Roman" panose="02020603050405020304" pitchFamily="18" charset="0"/>
                <a:sym typeface="Arial" panose="020B0604020202020204" pitchFamily="34" charset="0"/>
              </a:rPr>
              <a:t>Course</a:t>
            </a:r>
            <a:r>
              <a:rPr lang="en-US" altLang="en-US" sz="2400" dirty="0">
                <a:solidFill>
                  <a:srgbClr val="2C3C43"/>
                </a:solidFill>
                <a:latin typeface="Arial" panose="020B0604020202020204" pitchFamily="34" charset="0"/>
                <a:cs typeface="Arial" panose="020B0604020202020204" pitchFamily="34" charset="0"/>
                <a:sym typeface="Arial" panose="020B0604020202020204" pitchFamily="34" charset="0"/>
              </a:rPr>
              <a:t> </a:t>
            </a:r>
            <a:r>
              <a:rPr lang="en-US" altLang="en-US" sz="4800" dirty="0">
                <a:solidFill>
                  <a:srgbClr val="C00000"/>
                </a:solidFill>
                <a:latin typeface="Times New Roman" panose="02020603050405020304" pitchFamily="18" charset="0"/>
                <a:cs typeface="Times New Roman" panose="02020603050405020304" pitchFamily="18" charset="0"/>
                <a:sym typeface="Arial" panose="020B0604020202020204" pitchFamily="34" charset="0"/>
              </a:rPr>
              <a:t>Outcomes</a:t>
            </a:r>
          </a:p>
        </p:txBody>
      </p:sp>
    </p:spTree>
    <p:extLst>
      <p:ext uri="{BB962C8B-B14F-4D97-AF65-F5344CB8AC3E}">
        <p14:creationId xmlns:p14="http://schemas.microsoft.com/office/powerpoint/2010/main" val="2786369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8E7D3A6-A0CA-5616-F457-45280D078CCC}"/>
              </a:ext>
            </a:extLst>
          </p:cNvPr>
          <p:cNvSpPr txBox="1"/>
          <p:nvPr/>
        </p:nvSpPr>
        <p:spPr>
          <a:xfrm>
            <a:off x="5974080" y="1148834"/>
            <a:ext cx="9144000" cy="830997"/>
          </a:xfrm>
          <a:prstGeom prst="rect">
            <a:avLst/>
          </a:prstGeom>
          <a:noFill/>
        </p:spPr>
        <p:txBody>
          <a:bodyPr wrap="square">
            <a:spAutoFit/>
          </a:bodyPr>
          <a:lstStyle/>
          <a:p>
            <a:r>
              <a:rPr lang="en-US" sz="4800" dirty="0">
                <a:solidFill>
                  <a:srgbClr val="C00000"/>
                </a:solidFill>
                <a:latin typeface="Times New Roman" panose="02020603050405020304" pitchFamily="18" charset="0"/>
                <a:ea typeface="+mj-ea"/>
                <a:cs typeface="Times New Roman" panose="02020603050405020304" pitchFamily="18" charset="0"/>
              </a:rPr>
              <a:t>Skills To Be Learned</a:t>
            </a:r>
            <a:endParaRPr lang="en-IN" sz="4800" dirty="0">
              <a:solidFill>
                <a:srgbClr val="C00000"/>
              </a:solidFill>
              <a:latin typeface="Times New Roman" panose="02020603050405020304" pitchFamily="18" charset="0"/>
              <a:ea typeface="+mj-ea"/>
              <a:cs typeface="Times New Roman" panose="02020603050405020304" pitchFamily="18" charset="0"/>
            </a:endParaRPr>
          </a:p>
        </p:txBody>
      </p:sp>
      <p:sp>
        <p:nvSpPr>
          <p:cNvPr id="8" name="TextBox 7">
            <a:extLst>
              <a:ext uri="{FF2B5EF4-FFF2-40B4-BE49-F238E27FC236}">
                <a16:creationId xmlns:a16="http://schemas.microsoft.com/office/drawing/2014/main" id="{71CD5043-79CB-BD9F-9C76-BD598850E529}"/>
              </a:ext>
            </a:extLst>
          </p:cNvPr>
          <p:cNvSpPr txBox="1"/>
          <p:nvPr/>
        </p:nvSpPr>
        <p:spPr>
          <a:xfrm>
            <a:off x="2971800" y="2225040"/>
            <a:ext cx="12344400" cy="7848302"/>
          </a:xfrm>
          <a:prstGeom prst="rect">
            <a:avLst/>
          </a:prstGeom>
          <a:noFill/>
        </p:spPr>
        <p:txBody>
          <a:bodyPr wrap="square" rtlCol="0">
            <a:spAutoFit/>
          </a:bodyPr>
          <a:lstStyle/>
          <a:p>
            <a:pPr marL="457200" indent="-457200">
              <a:buFont typeface="Wingdings" panose="05000000000000000000" pitchFamily="2" charset="2"/>
              <a:buChar char="Ø"/>
            </a:pPr>
            <a:r>
              <a:rPr lang="en-IN" sz="2800" dirty="0"/>
              <a:t>This includes mastering advanced Linux system administration such as user management, file systems, kernel configurations, and service handling, enabling efficient system control and maintenance.</a:t>
            </a:r>
          </a:p>
          <a:p>
            <a:pPr marL="457200" indent="-457200">
              <a:buFont typeface="Wingdings" panose="05000000000000000000" pitchFamily="2" charset="2"/>
              <a:buChar char="Ø"/>
            </a:pPr>
            <a:r>
              <a:rPr lang="en-IN" sz="2800" dirty="0"/>
              <a:t>This involves configuring secure Linux networks, implementing firewalls, VPNs, and SSH-based access, and applying security best practices for Linux systems in cloud-based environments.</a:t>
            </a:r>
          </a:p>
          <a:p>
            <a:pPr marL="457200" indent="-457200">
              <a:buFont typeface="Wingdings" panose="05000000000000000000" pitchFamily="2" charset="2"/>
              <a:buChar char="Ø"/>
            </a:pPr>
            <a:r>
              <a:rPr lang="en-IN" sz="2800" dirty="0"/>
              <a:t>Understanding how to deploy and manage Linux-based applications using cloud services like AWS, Azure, and GCP, and utilizing automation tools and scripting to streamline provisioning and configuration.</a:t>
            </a:r>
          </a:p>
          <a:p>
            <a:pPr marL="457200" indent="-457200">
              <a:buFont typeface="Wingdings" panose="05000000000000000000" pitchFamily="2" charset="2"/>
              <a:buChar char="Ø"/>
            </a:pPr>
            <a:r>
              <a:rPr lang="en-IN" sz="2800" dirty="0"/>
              <a:t>Developing the ability to monitor, troubleshoot, and optimize Linux systems using performance tools, logs, and system diagnostics to ensure reliability and responsiveness in production environments.</a:t>
            </a:r>
          </a:p>
          <a:p>
            <a:pPr marL="457200" indent="-457200">
              <a:buFont typeface="Wingdings" panose="05000000000000000000" pitchFamily="2" charset="2"/>
              <a:buChar char="Ø"/>
            </a:pPr>
            <a:r>
              <a:rPr lang="en-IN" sz="2800" dirty="0"/>
              <a:t>Applying advanced Linux skills to real-world cloud computing scenarios, including failover strategies, live patching, high availability configurations, and container-based deployments.</a:t>
            </a:r>
          </a:p>
          <a:p>
            <a:pPr marL="457200" indent="-457200">
              <a:buFont typeface="Wingdings" panose="05000000000000000000" pitchFamily="2" charset="2"/>
              <a:buChar char="Ø"/>
            </a:pPr>
            <a:r>
              <a:rPr lang="en-IN" sz="2800" dirty="0"/>
              <a:t>Gaining hands-on expertise in Linux monitoring, administration automation, log management, and system auditing to support scalable, secure, and high-performing infrastructure.</a:t>
            </a:r>
          </a:p>
        </p:txBody>
      </p:sp>
    </p:spTree>
    <p:extLst>
      <p:ext uri="{BB962C8B-B14F-4D97-AF65-F5344CB8AC3E}">
        <p14:creationId xmlns:p14="http://schemas.microsoft.com/office/powerpoint/2010/main" val="3061253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B7E1B-6AED-AEDB-FF2F-0B88AC25127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FD1762E-699F-B6FD-767A-207D847E52CA}"/>
              </a:ext>
            </a:extLst>
          </p:cNvPr>
          <p:cNvSpPr txBox="1"/>
          <p:nvPr/>
        </p:nvSpPr>
        <p:spPr>
          <a:xfrm>
            <a:off x="5974080" y="1148834"/>
            <a:ext cx="9144000" cy="830997"/>
          </a:xfrm>
          <a:prstGeom prst="rect">
            <a:avLst/>
          </a:prstGeom>
          <a:noFill/>
        </p:spPr>
        <p:txBody>
          <a:bodyPr wrap="square">
            <a:spAutoFit/>
          </a:bodyPr>
          <a:lstStyle/>
          <a:p>
            <a:r>
              <a:rPr lang="en-US" sz="4800" dirty="0">
                <a:solidFill>
                  <a:srgbClr val="C00000"/>
                </a:solidFill>
                <a:latin typeface="Times New Roman" panose="02020603050405020304" pitchFamily="18" charset="0"/>
                <a:ea typeface="+mj-ea"/>
                <a:cs typeface="Times New Roman" panose="02020603050405020304" pitchFamily="18" charset="0"/>
              </a:rPr>
              <a:t>Software Requirements</a:t>
            </a:r>
            <a:endParaRPr lang="en-IN" sz="4800" dirty="0">
              <a:solidFill>
                <a:srgbClr val="C00000"/>
              </a:solidFill>
              <a:latin typeface="Times New Roman" panose="02020603050405020304" pitchFamily="18" charset="0"/>
              <a:ea typeface="+mj-ea"/>
              <a:cs typeface="Times New Roman" panose="02020603050405020304" pitchFamily="18" charset="0"/>
            </a:endParaRPr>
          </a:p>
        </p:txBody>
      </p:sp>
      <p:pic>
        <p:nvPicPr>
          <p:cNvPr id="3" name="Picture 2" descr="Image result for docker">
            <a:extLst>
              <a:ext uri="{FF2B5EF4-FFF2-40B4-BE49-F238E27FC236}">
                <a16:creationId xmlns:a16="http://schemas.microsoft.com/office/drawing/2014/main" id="{674ABF78-D22C-C2B7-0034-8652939FA0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6113" y="2772677"/>
            <a:ext cx="3781425" cy="22288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aws">
            <a:extLst>
              <a:ext uri="{FF2B5EF4-FFF2-40B4-BE49-F238E27FC236}">
                <a16:creationId xmlns:a16="http://schemas.microsoft.com/office/drawing/2014/main" id="{15E7DA93-31E0-3A04-4A68-BF993A4A96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400" y="6529838"/>
            <a:ext cx="2228850" cy="22288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1024x768 Linux Penguin Wallpaper">
            <a:extLst>
              <a:ext uri="{FF2B5EF4-FFF2-40B4-BE49-F238E27FC236}">
                <a16:creationId xmlns:a16="http://schemas.microsoft.com/office/drawing/2014/main" id="{71210C23-831C-5961-6BBE-C590DB6F78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3590" y="2772677"/>
            <a:ext cx="2476500" cy="22288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nsible Logo Svg, HD Png Download - kindpng">
            <a:extLst>
              <a:ext uri="{FF2B5EF4-FFF2-40B4-BE49-F238E27FC236}">
                <a16:creationId xmlns:a16="http://schemas.microsoft.com/office/drawing/2014/main" id="{71DF48B5-A3E7-E99B-40C1-570835956B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84680" y="2772676"/>
            <a:ext cx="1793702" cy="2228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802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93ED8A-DCFA-69F3-324E-4B515A0698EC}"/>
              </a:ext>
            </a:extLst>
          </p:cNvPr>
          <p:cNvSpPr txBox="1"/>
          <p:nvPr/>
        </p:nvSpPr>
        <p:spPr>
          <a:xfrm>
            <a:off x="5345229" y="763021"/>
            <a:ext cx="9795309" cy="830997"/>
          </a:xfrm>
          <a:prstGeom prst="rect">
            <a:avLst/>
          </a:prstGeom>
          <a:noFill/>
        </p:spPr>
        <p:txBody>
          <a:bodyPr wrap="square">
            <a:spAutoFit/>
          </a:bodyPr>
          <a:lstStyle/>
          <a:p>
            <a:r>
              <a:rPr lang="en-US" sz="4800" dirty="0">
                <a:solidFill>
                  <a:srgbClr val="C00000"/>
                </a:solidFill>
                <a:latin typeface="Times New Roman" panose="02020603050405020304" pitchFamily="18" charset="0"/>
                <a:ea typeface="+mj-ea"/>
                <a:cs typeface="Times New Roman" panose="02020603050405020304" pitchFamily="18" charset="0"/>
              </a:rPr>
              <a:t>CSV102: Advance Linux</a:t>
            </a:r>
            <a:endParaRPr lang="en-IN" sz="4800" dirty="0">
              <a:solidFill>
                <a:srgbClr val="C00000"/>
              </a:solidFill>
              <a:latin typeface="Times New Roman" panose="02020603050405020304" pitchFamily="18" charset="0"/>
              <a:ea typeface="+mj-ea"/>
              <a:cs typeface="Times New Roman" panose="02020603050405020304" pitchFamily="18" charset="0"/>
            </a:endParaRPr>
          </a:p>
        </p:txBody>
      </p:sp>
      <p:sp>
        <p:nvSpPr>
          <p:cNvPr id="6" name="TextBox 5">
            <a:extLst>
              <a:ext uri="{FF2B5EF4-FFF2-40B4-BE49-F238E27FC236}">
                <a16:creationId xmlns:a16="http://schemas.microsoft.com/office/drawing/2014/main" id="{2ACD52F2-8B28-EEEC-A5DF-11FDA6378210}"/>
              </a:ext>
            </a:extLst>
          </p:cNvPr>
          <p:cNvSpPr txBox="1"/>
          <p:nvPr/>
        </p:nvSpPr>
        <p:spPr>
          <a:xfrm>
            <a:off x="2470484" y="2085474"/>
            <a:ext cx="15544800" cy="2923877"/>
          </a:xfrm>
          <a:prstGeom prst="rect">
            <a:avLst/>
          </a:prstGeom>
          <a:noFill/>
        </p:spPr>
        <p:txBody>
          <a:bodyPr wrap="square" rtlCol="0">
            <a:spAutoFit/>
          </a:bodyPr>
          <a:lstStyle/>
          <a:p>
            <a:r>
              <a:rPr lang="en-US" sz="4000" b="1" dirty="0"/>
              <a:t>CA category          A0202</a:t>
            </a:r>
          </a:p>
          <a:p>
            <a:endParaRPr lang="en-US" sz="4800" b="1" dirty="0"/>
          </a:p>
          <a:p>
            <a:r>
              <a:rPr lang="en-US" sz="4000" dirty="0"/>
              <a:t>Exam Category 11 (Att. 5, CA 25, MTT 20, ETT 50)</a:t>
            </a:r>
          </a:p>
          <a:p>
            <a:endParaRPr lang="en-IN" sz="2800" dirty="0"/>
          </a:p>
          <a:p>
            <a:endParaRPr lang="en-US" sz="2800" b="1" dirty="0"/>
          </a:p>
        </p:txBody>
      </p:sp>
    </p:spTree>
    <p:extLst>
      <p:ext uri="{BB962C8B-B14F-4D97-AF65-F5344CB8AC3E}">
        <p14:creationId xmlns:p14="http://schemas.microsoft.com/office/powerpoint/2010/main" val="1508902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D0B463-F0D1-EFFA-F7DF-BEDC9098F3CD}"/>
              </a:ext>
            </a:extLst>
          </p:cNvPr>
          <p:cNvSpPr txBox="1"/>
          <p:nvPr/>
        </p:nvSpPr>
        <p:spPr>
          <a:xfrm>
            <a:off x="7995386" y="0"/>
            <a:ext cx="9144000" cy="830997"/>
          </a:xfrm>
          <a:prstGeom prst="rect">
            <a:avLst/>
          </a:prstGeom>
          <a:noFill/>
        </p:spPr>
        <p:txBody>
          <a:bodyPr wrap="square">
            <a:spAutoFit/>
          </a:bodyPr>
          <a:lstStyle/>
          <a:p>
            <a:r>
              <a:rPr lang="en-US" sz="4800" dirty="0">
                <a:solidFill>
                  <a:srgbClr val="C00000"/>
                </a:solidFill>
                <a:latin typeface="Times New Roman" panose="02020603050405020304" pitchFamily="18" charset="0"/>
                <a:ea typeface="+mj-ea"/>
                <a:cs typeface="Times New Roman" panose="02020603050405020304" pitchFamily="18" charset="0"/>
              </a:rPr>
              <a:t>Syllabus</a:t>
            </a:r>
            <a:endParaRPr lang="en-IN" sz="4800" dirty="0">
              <a:solidFill>
                <a:srgbClr val="C00000"/>
              </a:solidFill>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0F39AAF7-D234-3447-BDA8-98F4456452CA}"/>
              </a:ext>
            </a:extLst>
          </p:cNvPr>
          <p:cNvPicPr>
            <a:picLocks noChangeAspect="1"/>
          </p:cNvPicPr>
          <p:nvPr/>
        </p:nvPicPr>
        <p:blipFill>
          <a:blip r:embed="rId2"/>
          <a:stretch>
            <a:fillRect/>
          </a:stretch>
        </p:blipFill>
        <p:spPr>
          <a:xfrm>
            <a:off x="3180261" y="1220901"/>
            <a:ext cx="11927477" cy="7845197"/>
          </a:xfrm>
          <a:prstGeom prst="rect">
            <a:avLst/>
          </a:prstGeom>
        </p:spPr>
      </p:pic>
    </p:spTree>
    <p:extLst>
      <p:ext uri="{BB962C8B-B14F-4D97-AF65-F5344CB8AC3E}">
        <p14:creationId xmlns:p14="http://schemas.microsoft.com/office/powerpoint/2010/main" val="1694601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3A59839B-404C-72AC-B168-179B1B1A98B1}"/>
            </a:ext>
          </a:extLst>
        </p:cNvPr>
        <p:cNvGrpSpPr/>
        <p:nvPr/>
      </p:nvGrpSpPr>
      <p:grpSpPr>
        <a:xfrm>
          <a:off x="0" y="0"/>
          <a:ext cx="0" cy="0"/>
          <a:chOff x="0" y="0"/>
          <a:chExt cx="0" cy="0"/>
        </a:xfrm>
      </p:grpSpPr>
      <p:sp>
        <p:nvSpPr>
          <p:cNvPr id="142" name="Google Shape;142;p6">
            <a:extLst>
              <a:ext uri="{FF2B5EF4-FFF2-40B4-BE49-F238E27FC236}">
                <a16:creationId xmlns:a16="http://schemas.microsoft.com/office/drawing/2014/main" id="{79B494A5-7AB2-D952-91D1-BBF56C9C055E}"/>
              </a:ext>
            </a:extLst>
          </p:cNvPr>
          <p:cNvSpPr txBox="1"/>
          <p:nvPr/>
        </p:nvSpPr>
        <p:spPr>
          <a:xfrm>
            <a:off x="12115800" y="9534527"/>
            <a:ext cx="3200400" cy="547688"/>
          </a:xfrm>
          <a:prstGeom prst="rect">
            <a:avLst/>
          </a:prstGeom>
          <a:noFill/>
          <a:ln>
            <a:noFill/>
          </a:ln>
        </p:spPr>
        <p:txBody>
          <a:bodyPr spcFirstLastPara="1" wrap="square" lIns="137138" tIns="68550" rIns="137138" bIns="68550" anchor="ctr" anchorCtr="0">
            <a:noAutofit/>
          </a:bodyPr>
          <a:lstStyle/>
          <a:p>
            <a:pPr algn="r">
              <a:buClr>
                <a:srgbClr val="898989"/>
              </a:buClr>
              <a:buSzPts val="1200"/>
            </a:pPr>
            <a:fld id="{00000000-1234-1234-1234-123412341234}" type="slidenum">
              <a:rPr lang="en-US">
                <a:solidFill>
                  <a:srgbClr val="898989"/>
                </a:solidFill>
                <a:latin typeface="Calibri"/>
                <a:ea typeface="Calibri"/>
                <a:cs typeface="Calibri"/>
                <a:sym typeface="Calibri"/>
              </a:rPr>
              <a:pPr algn="r">
                <a:buClr>
                  <a:srgbClr val="898989"/>
                </a:buClr>
                <a:buSzPts val="1200"/>
              </a:pPr>
              <a:t>10</a:t>
            </a:fld>
            <a:endParaRPr sz="2700"/>
          </a:p>
        </p:txBody>
      </p:sp>
      <p:sp>
        <p:nvSpPr>
          <p:cNvPr id="146" name="Google Shape;146;p6">
            <a:extLst>
              <a:ext uri="{FF2B5EF4-FFF2-40B4-BE49-F238E27FC236}">
                <a16:creationId xmlns:a16="http://schemas.microsoft.com/office/drawing/2014/main" id="{B327F01C-08BA-4B37-45C1-47A67F6AA81B}"/>
              </a:ext>
            </a:extLst>
          </p:cNvPr>
          <p:cNvSpPr txBox="1"/>
          <p:nvPr/>
        </p:nvSpPr>
        <p:spPr>
          <a:xfrm>
            <a:off x="2286000" y="1"/>
            <a:ext cx="13716000" cy="907171"/>
          </a:xfrm>
          <a:prstGeom prst="rect">
            <a:avLst/>
          </a:prstGeom>
          <a:noFill/>
          <a:ln>
            <a:noFill/>
          </a:ln>
        </p:spPr>
        <p:txBody>
          <a:bodyPr spcFirstLastPara="1" wrap="square" lIns="0" tIns="0" rIns="0" bIns="0" anchor="t" anchorCtr="0">
            <a:spAutoFit/>
          </a:bodyPr>
          <a:lstStyle/>
          <a:p>
            <a:pPr algn="ctr">
              <a:lnSpc>
                <a:spcPct val="130952"/>
              </a:lnSpc>
              <a:buClr>
                <a:srgbClr val="1D242C"/>
              </a:buClr>
              <a:buSzPts val="4200"/>
            </a:pPr>
            <a:r>
              <a:rPr lang="en-IN" sz="4500" b="1" dirty="0">
                <a:solidFill>
                  <a:srgbClr val="222222"/>
                </a:solidFill>
                <a:latin typeface="Times New Roman" panose="02020603050405020304" pitchFamily="18" charset="0"/>
                <a:cs typeface="Times New Roman" panose="02020603050405020304" pitchFamily="18" charset="0"/>
              </a:rPr>
              <a:t>Edu-Revolution</a:t>
            </a:r>
            <a:endParaRPr sz="4500" b="1" dirty="0">
              <a:latin typeface="Times New Roman" panose="02020603050405020304" pitchFamily="18" charset="0"/>
              <a:cs typeface="Times New Roman" panose="02020603050405020304" pitchFamily="18" charset="0"/>
            </a:endParaRPr>
          </a:p>
        </p:txBody>
      </p:sp>
      <p:sp>
        <p:nvSpPr>
          <p:cNvPr id="2" name="Google Shape;107;p3">
            <a:extLst>
              <a:ext uri="{FF2B5EF4-FFF2-40B4-BE49-F238E27FC236}">
                <a16:creationId xmlns:a16="http://schemas.microsoft.com/office/drawing/2014/main" id="{0D735A83-4915-0182-52A3-E1648CB66F00}"/>
              </a:ext>
            </a:extLst>
          </p:cNvPr>
          <p:cNvSpPr txBox="1"/>
          <p:nvPr/>
        </p:nvSpPr>
        <p:spPr>
          <a:xfrm>
            <a:off x="2286000" y="9594566"/>
            <a:ext cx="13716000" cy="692437"/>
          </a:xfrm>
          <a:prstGeom prst="rect">
            <a:avLst/>
          </a:prstGeom>
          <a:solidFill>
            <a:srgbClr val="F79646"/>
          </a:solidFill>
          <a:ln>
            <a:noFill/>
          </a:ln>
        </p:spPr>
        <p:txBody>
          <a:bodyPr spcFirstLastPara="1" wrap="square" lIns="137138" tIns="68550" rIns="137138" bIns="68550" anchor="t" anchorCtr="0">
            <a:spAutoFit/>
          </a:bodyPr>
          <a:lstStyle/>
          <a:p>
            <a:pPr algn="r">
              <a:buClr>
                <a:schemeClr val="lt1"/>
              </a:buClr>
              <a:buSzPts val="2400"/>
            </a:pPr>
            <a:r>
              <a:rPr lang="en-US" sz="3600" b="1" dirty="0">
                <a:solidFill>
                  <a:schemeClr val="lt1"/>
                </a:solidFill>
                <a:latin typeface="Times New Roman"/>
                <a:ea typeface="Times New Roman"/>
                <a:cs typeface="Times New Roman"/>
                <a:sym typeface="Times New Roman"/>
              </a:rPr>
              <a:t>www.lpu.in                                	     Lovely Professional University </a:t>
            </a:r>
            <a:endParaRPr sz="2700" dirty="0"/>
          </a:p>
        </p:txBody>
      </p:sp>
      <p:graphicFrame>
        <p:nvGraphicFramePr>
          <p:cNvPr id="5" name="Table 4">
            <a:extLst>
              <a:ext uri="{FF2B5EF4-FFF2-40B4-BE49-F238E27FC236}">
                <a16:creationId xmlns:a16="http://schemas.microsoft.com/office/drawing/2014/main" id="{FA36D424-A2A6-D1B9-20AD-59F2BF5BC484}"/>
              </a:ext>
            </a:extLst>
          </p:cNvPr>
          <p:cNvGraphicFramePr>
            <a:graphicFrameLocks noGrp="1"/>
          </p:cNvGraphicFramePr>
          <p:nvPr>
            <p:extLst>
              <p:ext uri="{D42A27DB-BD31-4B8C-83A1-F6EECF244321}">
                <p14:modId xmlns:p14="http://schemas.microsoft.com/office/powerpoint/2010/main" val="1203364025"/>
              </p:ext>
            </p:extLst>
          </p:nvPr>
        </p:nvGraphicFramePr>
        <p:xfrm>
          <a:off x="1465898" y="2245907"/>
          <a:ext cx="15121891" cy="7528560"/>
        </p:xfrm>
        <a:graphic>
          <a:graphicData uri="http://schemas.openxmlformats.org/drawingml/2006/table">
            <a:tbl>
              <a:tblPr firstRow="1" bandRow="1">
                <a:tableStyleId>{16D9F66E-5EB9-4882-86FB-DCBF35E3C3E4}</a:tableStyleId>
              </a:tblPr>
              <a:tblGrid>
                <a:gridCol w="7627353">
                  <a:extLst>
                    <a:ext uri="{9D8B030D-6E8A-4147-A177-3AD203B41FA5}">
                      <a16:colId xmlns:a16="http://schemas.microsoft.com/office/drawing/2014/main" val="1934755330"/>
                    </a:ext>
                  </a:extLst>
                </a:gridCol>
                <a:gridCol w="7494538">
                  <a:extLst>
                    <a:ext uri="{9D8B030D-6E8A-4147-A177-3AD203B41FA5}">
                      <a16:colId xmlns:a16="http://schemas.microsoft.com/office/drawing/2014/main" val="3782797049"/>
                    </a:ext>
                  </a:extLst>
                </a:gridCol>
              </a:tblGrid>
              <a:tr h="3909060">
                <a:tc>
                  <a:txBody>
                    <a:bodyPr/>
                    <a:lstStyle/>
                    <a:p>
                      <a:r>
                        <a:rPr lang="en-IN" sz="2800" b="1" dirty="0"/>
                        <a:t>RPL- Recognised prior learning</a:t>
                      </a:r>
                    </a:p>
                    <a:p>
                      <a:r>
                        <a:rPr lang="en-IN" sz="2800" b="0" dirty="0"/>
                        <a:t>Gain benefits on the basis of previously learnt subject and get exempted on current subject. </a:t>
                      </a:r>
                    </a:p>
                    <a:p>
                      <a:r>
                        <a:rPr lang="en-US" sz="2800" b="0" dirty="0"/>
                        <a:t>Before the start of each term, students who believe they already possess the required knowledge or skills in a course registered to him/her in upcoming term, can request a relaxation from the course and attendance via an online interface. </a:t>
                      </a:r>
                      <a:endParaRPr lang="en-IN" sz="2800" b="0" dirty="0"/>
                    </a:p>
                  </a:txBody>
                  <a:tcPr marL="137160" marR="137160" marT="68580" marB="68580"/>
                </a:tc>
                <a:tc>
                  <a:txBody>
                    <a:bodyPr/>
                    <a:lstStyle/>
                    <a:p>
                      <a:r>
                        <a:rPr lang="en-IN" sz="2800" b="1" dirty="0"/>
                        <a:t>CARE- </a:t>
                      </a:r>
                      <a:r>
                        <a:rPr lang="en-US" sz="2800" b="1" dirty="0"/>
                        <a:t>Continuous Assessment Reduction through Experience</a:t>
                      </a:r>
                    </a:p>
                    <a:p>
                      <a:r>
                        <a:rPr lang="en-US" sz="2800" b="0" dirty="0"/>
                        <a:t>Gain benefits towards your alternative approaches may apply for CA modifications by opting for real-life problem-solving assignments, social service, blogs, vlogs on social media </a:t>
                      </a:r>
                      <a:r>
                        <a:rPr lang="en-US" sz="2800" b="0" dirty="0" err="1"/>
                        <a:t>etc</a:t>
                      </a:r>
                      <a:r>
                        <a:rPr lang="en-US" sz="2800" b="0" dirty="0"/>
                        <a:t> . The course teacher will provide details about the various CA options available for the course during the Zero Lecture. </a:t>
                      </a:r>
                      <a:endParaRPr lang="en-IN" sz="2800" b="0" dirty="0"/>
                    </a:p>
                  </a:txBody>
                  <a:tcPr marL="137160" marR="137160" marT="68580" marB="68580"/>
                </a:tc>
                <a:extLst>
                  <a:ext uri="{0D108BD9-81ED-4DB2-BD59-A6C34878D82A}">
                    <a16:rowId xmlns:a16="http://schemas.microsoft.com/office/drawing/2014/main" val="586522436"/>
                  </a:ext>
                </a:extLst>
              </a:tr>
              <a:tr h="3070860">
                <a:tc>
                  <a:txBody>
                    <a:bodyPr/>
                    <a:lstStyle/>
                    <a:p>
                      <a:r>
                        <a:rPr lang="en-US" sz="2800" b="0" dirty="0"/>
                        <a:t>10 % Attendance waiver for students in Pre-final/Final year of the program.</a:t>
                      </a:r>
                    </a:p>
                    <a:p>
                      <a:r>
                        <a:rPr lang="en-US" sz="2800" b="0" dirty="0"/>
                        <a:t>Students with a CGPA of 8 or higher can apply for an attendance relaxation in their pre-final/final year. Eligible students will be granted a 10% attendance relaxation to support their career development for pursuing the following aspirations</a:t>
                      </a:r>
                      <a:endParaRPr lang="en-IN" sz="2800" b="0" dirty="0"/>
                    </a:p>
                  </a:txBody>
                  <a:tcPr marL="137160" marR="137160" marT="68580" marB="68580"/>
                </a:tc>
                <a:tc>
                  <a:txBody>
                    <a:bodyPr/>
                    <a:lstStyle/>
                    <a:p>
                      <a:r>
                        <a:rPr lang="en-IN" sz="2800" b="1" dirty="0"/>
                        <a:t>GROW- </a:t>
                      </a:r>
                      <a:r>
                        <a:rPr lang="en-US" sz="2800" b="1" dirty="0"/>
                        <a:t>Grade Revision and Overall Welfare</a:t>
                      </a:r>
                    </a:p>
                    <a:p>
                      <a:r>
                        <a:rPr lang="en-US" sz="2800" b="0" dirty="0"/>
                        <a:t>Gain benefits by participating in internationally or nationally recognized competitions or hackathons to request for grade upgradation in an equivalent course studied in current/previous terms.</a:t>
                      </a:r>
                      <a:endParaRPr lang="en-IN" sz="2800" b="0" dirty="0"/>
                    </a:p>
                  </a:txBody>
                  <a:tcPr marL="137160" marR="137160" marT="68580" marB="68580"/>
                </a:tc>
                <a:extLst>
                  <a:ext uri="{0D108BD9-81ED-4DB2-BD59-A6C34878D82A}">
                    <a16:rowId xmlns:a16="http://schemas.microsoft.com/office/drawing/2014/main" val="1077188907"/>
                  </a:ext>
                </a:extLst>
              </a:tr>
            </a:tbl>
          </a:graphicData>
        </a:graphic>
      </p:graphicFrame>
      <p:sp>
        <p:nvSpPr>
          <p:cNvPr id="6" name="TextBox 5">
            <a:extLst>
              <a:ext uri="{FF2B5EF4-FFF2-40B4-BE49-F238E27FC236}">
                <a16:creationId xmlns:a16="http://schemas.microsoft.com/office/drawing/2014/main" id="{0DC49683-C3A2-7CC5-B1F2-884525082B4A}"/>
              </a:ext>
            </a:extLst>
          </p:cNvPr>
          <p:cNvSpPr txBox="1"/>
          <p:nvPr/>
        </p:nvSpPr>
        <p:spPr>
          <a:xfrm>
            <a:off x="1545907" y="1708483"/>
            <a:ext cx="13186255" cy="553998"/>
          </a:xfrm>
          <a:prstGeom prst="rect">
            <a:avLst/>
          </a:prstGeom>
          <a:noFill/>
        </p:spPr>
        <p:txBody>
          <a:bodyPr wrap="square" rtlCol="0">
            <a:spAutoFit/>
          </a:bodyPr>
          <a:lstStyle/>
          <a:p>
            <a:r>
              <a:rPr lang="en-IN" sz="3000" dirty="0"/>
              <a:t>Consider applying for Edu-revolution in this term, the options are:</a:t>
            </a:r>
          </a:p>
        </p:txBody>
      </p:sp>
      <p:sp>
        <p:nvSpPr>
          <p:cNvPr id="8" name="TextBox 7">
            <a:extLst>
              <a:ext uri="{FF2B5EF4-FFF2-40B4-BE49-F238E27FC236}">
                <a16:creationId xmlns:a16="http://schemas.microsoft.com/office/drawing/2014/main" id="{9BA0403D-B477-8A99-6B31-A8047A358290}"/>
              </a:ext>
            </a:extLst>
          </p:cNvPr>
          <p:cNvSpPr txBox="1"/>
          <p:nvPr/>
        </p:nvSpPr>
        <p:spPr>
          <a:xfrm>
            <a:off x="1465898" y="886157"/>
            <a:ext cx="15276195" cy="923330"/>
          </a:xfrm>
          <a:prstGeom prst="rect">
            <a:avLst/>
          </a:prstGeom>
          <a:noFill/>
        </p:spPr>
        <p:txBody>
          <a:bodyPr wrap="square">
            <a:spAutoFit/>
          </a:bodyPr>
          <a:lstStyle/>
          <a:p>
            <a:pPr algn="ctr"/>
            <a:r>
              <a:rPr lang="en-US" sz="2700" dirty="0">
                <a:solidFill>
                  <a:srgbClr val="333333"/>
                </a:solidFill>
                <a:latin typeface="Trebuchet MS" panose="020B0603020202020204" pitchFamily="34" charset="0"/>
              </a:rPr>
              <a:t>Consider applying on UMS &gt; LMS &gt; Edu-Revolution benefits</a:t>
            </a:r>
          </a:p>
          <a:p>
            <a:pPr algn="ctr"/>
            <a:r>
              <a:rPr lang="en-US" sz="2700" dirty="0">
                <a:solidFill>
                  <a:srgbClr val="333333"/>
                </a:solidFill>
                <a:latin typeface="Trebuchet MS" panose="020B0603020202020204" pitchFamily="34" charset="0"/>
              </a:rPr>
              <a:t>OR in LPU touch</a:t>
            </a:r>
            <a:endParaRPr lang="en-IN" sz="2700" dirty="0"/>
          </a:p>
        </p:txBody>
      </p:sp>
    </p:spTree>
    <p:extLst>
      <p:ext uri="{BB962C8B-B14F-4D97-AF65-F5344CB8AC3E}">
        <p14:creationId xmlns:p14="http://schemas.microsoft.com/office/powerpoint/2010/main" val="3223529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3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3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3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568030"/>
            <a:ext cx="419100" cy="419100"/>
          </a:xfrm>
          <a:prstGeom prst="rect">
            <a:avLst/>
          </a:prstGeom>
        </p:spPr>
      </p:pic>
      <p:sp>
        <p:nvSpPr>
          <p:cNvPr id="328" name="-0">
            <a:extLst>
              <a:ext uri="{FF2B5EF4-FFF2-40B4-BE49-F238E27FC236}">
                <a16:creationId xmlns:a16="http://schemas.microsoft.com/office/drawing/2014/main" id="{111B4A49-B930-4A89-A1CD-6CA2B3D95AED}"/>
              </a:ext>
            </a:extLst>
          </p:cNvPr>
          <p:cNvSpPr txBox="1"/>
          <p:nvPr/>
        </p:nvSpPr>
        <p:spPr>
          <a:xfrm>
            <a:off x="901065" y="2557653"/>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1</a:t>
            </a:r>
          </a:p>
        </p:txBody>
      </p:sp>
      <p:sp>
        <p:nvSpPr>
          <p:cNvPr id="330" name="Primary Heading-0">
            <a:extLst>
              <a:ext uri="{FF2B5EF4-FFF2-40B4-BE49-F238E27FC236}">
                <a16:creationId xmlns:a16="http://schemas.microsoft.com/office/drawing/2014/main" id="{111B4A49-B930-4A89-A1CD-6CA2B3D95AED}"/>
              </a:ext>
            </a:extLst>
          </p:cNvPr>
          <p:cNvSpPr txBox="1"/>
          <p:nvPr/>
        </p:nvSpPr>
        <p:spPr>
          <a:xfrm>
            <a:off x="1409700" y="2568130"/>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Versatility of Linux</a:t>
            </a:r>
          </a:p>
        </p:txBody>
      </p:sp>
      <p:sp>
        <p:nvSpPr>
          <p:cNvPr id="332" name="Description of a primary heading-0">
            <a:extLst>
              <a:ext uri="{FF2B5EF4-FFF2-40B4-BE49-F238E27FC236}">
                <a16:creationId xmlns:a16="http://schemas.microsoft.com/office/drawing/2014/main" id="{111B4A49-B930-4A89-A1CD-6CA2B3D95AED}"/>
              </a:ext>
            </a:extLst>
          </p:cNvPr>
          <p:cNvSpPr txBox="1"/>
          <p:nvPr/>
        </p:nvSpPr>
        <p:spPr>
          <a:xfrm>
            <a:off x="1409700" y="302837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Linux operates across multiple platforms, including servers, desktops, and cloud environments. This flexibility allows IT professionals to deploy and manage systems efficiently, catering to various user needs and preferences in an ever-evolving tech landscape.</a:t>
            </a:r>
          </a:p>
        </p:txBody>
      </p:sp>
      <p:pic>
        <p:nvPicPr>
          <p:cNvPr id="3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074765"/>
            <a:ext cx="16764000" cy="19050"/>
          </a:xfrm>
          <a:prstGeom prst="rect">
            <a:avLst/>
          </a:prstGeom>
        </p:spPr>
      </p:pic>
      <p:pic>
        <p:nvPicPr>
          <p:cNvPr id="3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4427315"/>
            <a:ext cx="419100" cy="419100"/>
          </a:xfrm>
          <a:prstGeom prst="rect">
            <a:avLst/>
          </a:prstGeom>
        </p:spPr>
      </p:pic>
      <p:sp>
        <p:nvSpPr>
          <p:cNvPr id="338" name="-1">
            <a:extLst>
              <a:ext uri="{FF2B5EF4-FFF2-40B4-BE49-F238E27FC236}">
                <a16:creationId xmlns:a16="http://schemas.microsoft.com/office/drawing/2014/main" id="{111B4A49-B930-4A89-A1CD-6CA2B3D95AED}"/>
              </a:ext>
            </a:extLst>
          </p:cNvPr>
          <p:cNvSpPr txBox="1"/>
          <p:nvPr/>
        </p:nvSpPr>
        <p:spPr>
          <a:xfrm>
            <a:off x="901065" y="4416838"/>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2</a:t>
            </a:r>
          </a:p>
        </p:txBody>
      </p:sp>
      <p:sp>
        <p:nvSpPr>
          <p:cNvPr id="340" name="Primary Heading-1">
            <a:extLst>
              <a:ext uri="{FF2B5EF4-FFF2-40B4-BE49-F238E27FC236}">
                <a16:creationId xmlns:a16="http://schemas.microsoft.com/office/drawing/2014/main" id="{111B4A49-B930-4A89-A1CD-6CA2B3D95AED}"/>
              </a:ext>
            </a:extLst>
          </p:cNvPr>
          <p:cNvSpPr txBox="1"/>
          <p:nvPr/>
        </p:nvSpPr>
        <p:spPr>
          <a:xfrm>
            <a:off x="1409700" y="4427315"/>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Open-source Nature</a:t>
            </a:r>
          </a:p>
        </p:txBody>
      </p:sp>
      <p:sp>
        <p:nvSpPr>
          <p:cNvPr id="342" name="Description of a primary heading-1">
            <a:extLst>
              <a:ext uri="{FF2B5EF4-FFF2-40B4-BE49-F238E27FC236}">
                <a16:creationId xmlns:a16="http://schemas.microsoft.com/office/drawing/2014/main" id="{111B4A49-B930-4A89-A1CD-6CA2B3D95AED}"/>
              </a:ext>
            </a:extLst>
          </p:cNvPr>
          <p:cNvSpPr txBox="1"/>
          <p:nvPr/>
        </p:nvSpPr>
        <p:spPr>
          <a:xfrm>
            <a:off x="1409700" y="488746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As an open-source operating system, Linux provides the freedom to modify and customize its source code. This characteristic not only fosters innovation but also allows organizations to tailor their systems to meet specific operational requirements without incurring high licensing costs.</a:t>
            </a:r>
          </a:p>
        </p:txBody>
      </p:sp>
      <p:pic>
        <p:nvPicPr>
          <p:cNvPr id="34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5934075"/>
            <a:ext cx="16764000" cy="19050"/>
          </a:xfrm>
          <a:prstGeom prst="rect">
            <a:avLst/>
          </a:prstGeom>
        </p:spPr>
      </p:pic>
      <p:pic>
        <p:nvPicPr>
          <p:cNvPr id="3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6286500"/>
            <a:ext cx="419100" cy="419100"/>
          </a:xfrm>
          <a:prstGeom prst="rect">
            <a:avLst/>
          </a:prstGeom>
        </p:spPr>
      </p:pic>
      <p:sp>
        <p:nvSpPr>
          <p:cNvPr id="348" name="-2">
            <a:extLst>
              <a:ext uri="{FF2B5EF4-FFF2-40B4-BE49-F238E27FC236}">
                <a16:creationId xmlns:a16="http://schemas.microsoft.com/office/drawing/2014/main" id="{111B4A49-B930-4A89-A1CD-6CA2B3D95AED}"/>
              </a:ext>
            </a:extLst>
          </p:cNvPr>
          <p:cNvSpPr txBox="1"/>
          <p:nvPr/>
        </p:nvSpPr>
        <p:spPr>
          <a:xfrm>
            <a:off x="901065" y="627602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3</a:t>
            </a:r>
          </a:p>
        </p:txBody>
      </p:sp>
      <p:sp>
        <p:nvSpPr>
          <p:cNvPr id="350" name="Primary Heading-2">
            <a:extLst>
              <a:ext uri="{FF2B5EF4-FFF2-40B4-BE49-F238E27FC236}">
                <a16:creationId xmlns:a16="http://schemas.microsoft.com/office/drawing/2014/main" id="{111B4A49-B930-4A89-A1CD-6CA2B3D95AED}"/>
              </a:ext>
            </a:extLst>
          </p:cNvPr>
          <p:cNvSpPr txBox="1"/>
          <p:nvPr/>
        </p:nvSpPr>
        <p:spPr>
          <a:xfrm>
            <a:off x="1409700" y="6286500"/>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Importance of Mastering Advanced Features</a:t>
            </a:r>
          </a:p>
        </p:txBody>
      </p:sp>
      <p:sp>
        <p:nvSpPr>
          <p:cNvPr id="352" name="Description of a primary heading-2">
            <a:extLst>
              <a:ext uri="{FF2B5EF4-FFF2-40B4-BE49-F238E27FC236}">
                <a16:creationId xmlns:a16="http://schemas.microsoft.com/office/drawing/2014/main" id="{111B4A49-B930-4A89-A1CD-6CA2B3D95AED}"/>
              </a:ext>
            </a:extLst>
          </p:cNvPr>
          <p:cNvSpPr txBox="1"/>
          <p:nvPr/>
        </p:nvSpPr>
        <p:spPr>
          <a:xfrm>
            <a:off x="1409700" y="6746653"/>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To stay competitive in the IT sector, professionals must master advanced Linux features, such as shell scripting, system administration, and network configuration. These skills enable them to optimize system performance, enhance security, and automate routine tasks, ultimately improving productivity.</a:t>
            </a:r>
          </a:p>
        </p:txBody>
      </p:sp>
      <p:pic>
        <p:nvPicPr>
          <p:cNvPr id="35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793260"/>
            <a:ext cx="16764000" cy="19050"/>
          </a:xfrm>
          <a:prstGeom prst="rect">
            <a:avLst/>
          </a:prstGeom>
        </p:spPr>
      </p:pic>
      <p:pic>
        <p:nvPicPr>
          <p:cNvPr id="3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8145685"/>
            <a:ext cx="419100" cy="419100"/>
          </a:xfrm>
          <a:prstGeom prst="rect">
            <a:avLst/>
          </a:prstGeom>
        </p:spPr>
      </p:pic>
      <p:sp>
        <p:nvSpPr>
          <p:cNvPr id="358" name="-3">
            <a:extLst>
              <a:ext uri="{FF2B5EF4-FFF2-40B4-BE49-F238E27FC236}">
                <a16:creationId xmlns:a16="http://schemas.microsoft.com/office/drawing/2014/main" id="{111B4A49-B930-4A89-A1CD-6CA2B3D95AED}"/>
              </a:ext>
            </a:extLst>
          </p:cNvPr>
          <p:cNvSpPr txBox="1"/>
          <p:nvPr/>
        </p:nvSpPr>
        <p:spPr>
          <a:xfrm>
            <a:off x="901065" y="8135207"/>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4</a:t>
            </a:r>
          </a:p>
        </p:txBody>
      </p:sp>
      <p:sp>
        <p:nvSpPr>
          <p:cNvPr id="360" name="Primary Heading-3">
            <a:extLst>
              <a:ext uri="{FF2B5EF4-FFF2-40B4-BE49-F238E27FC236}">
                <a16:creationId xmlns:a16="http://schemas.microsoft.com/office/drawing/2014/main" id="{111B4A49-B930-4A89-A1CD-6CA2B3D95AED}"/>
              </a:ext>
            </a:extLst>
          </p:cNvPr>
          <p:cNvSpPr txBox="1"/>
          <p:nvPr/>
        </p:nvSpPr>
        <p:spPr>
          <a:xfrm>
            <a:off x="1409700" y="8145685"/>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Relevance for IT Professionals and Developers</a:t>
            </a:r>
          </a:p>
        </p:txBody>
      </p:sp>
      <p:sp>
        <p:nvSpPr>
          <p:cNvPr id="362" name="Description of a primary heading-3">
            <a:extLst>
              <a:ext uri="{FF2B5EF4-FFF2-40B4-BE49-F238E27FC236}">
                <a16:creationId xmlns:a16="http://schemas.microsoft.com/office/drawing/2014/main" id="{111B4A49-B930-4A89-A1CD-6CA2B3D95AED}"/>
              </a:ext>
            </a:extLst>
          </p:cNvPr>
          <p:cNvSpPr txBox="1"/>
          <p:nvPr/>
        </p:nvSpPr>
        <p:spPr>
          <a:xfrm>
            <a:off x="1409700" y="860583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Advanced Linux proficiency is increasingly essential for both IT professionals and software developers. Understanding Linux enhances their ability to work with cloud infrastructures, manage servers, and develop applications, making them invaluable assets to their organizations.</a:t>
            </a:r>
          </a:p>
        </p:txBody>
      </p:sp>
      <p:pic>
        <p:nvPicPr>
          <p:cNvPr id="36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652444"/>
            <a:ext cx="16764000" cy="19050"/>
          </a:xfrm>
          <a:prstGeom prst="rect">
            <a:avLst/>
          </a:prstGeom>
        </p:spPr>
      </p:pic>
      <p:sp>
        <p:nvSpPr>
          <p:cNvPr id="366" name="Click here to edit title-433">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Mastering Linux for IT Professionals</a:t>
            </a:r>
          </a:p>
        </p:txBody>
      </p:sp>
      <p:sp>
        <p:nvSpPr>
          <p:cNvPr id="368" name="Click here to edit subtitle-426">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Features and Importance</a:t>
            </a:r>
          </a:p>
        </p:txBody>
      </p:sp>
    </p:spTree>
    <p:extLst>
      <p:ext uri="{BB962C8B-B14F-4D97-AF65-F5344CB8AC3E}">
        <p14:creationId xmlns:p14="http://schemas.microsoft.com/office/powerpoint/2010/main" val="3648047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3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3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3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534097"/>
            <a:ext cx="171450" cy="171450"/>
          </a:xfrm>
          <a:prstGeom prst="rect">
            <a:avLst/>
          </a:prstGeom>
        </p:spPr>
      </p:pic>
      <p:sp>
        <p:nvSpPr>
          <p:cNvPr id="381" name="Primary Heading-0">
            <a:extLst>
              <a:ext uri="{FF2B5EF4-FFF2-40B4-BE49-F238E27FC236}">
                <a16:creationId xmlns:a16="http://schemas.microsoft.com/office/drawing/2014/main" id="{111B4A49-B930-4A89-A1CD-6CA2B3D95AED}"/>
              </a:ext>
            </a:extLst>
          </p:cNvPr>
          <p:cNvSpPr txBox="1"/>
          <p:nvPr/>
        </p:nvSpPr>
        <p:spPr>
          <a:xfrm>
            <a:off x="1162050" y="2427922"/>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File System Management</a:t>
            </a:r>
          </a:p>
        </p:txBody>
      </p:sp>
      <p:sp>
        <p:nvSpPr>
          <p:cNvPr id="383" name="Description of a primary heading-0">
            <a:extLst>
              <a:ext uri="{FF2B5EF4-FFF2-40B4-BE49-F238E27FC236}">
                <a16:creationId xmlns:a16="http://schemas.microsoft.com/office/drawing/2014/main" id="{111B4A49-B930-4A89-A1CD-6CA2B3D95AED}"/>
              </a:ext>
            </a:extLst>
          </p:cNvPr>
          <p:cNvSpPr txBox="1"/>
          <p:nvPr/>
        </p:nvSpPr>
        <p:spPr>
          <a:xfrm>
            <a:off x="1162050" y="2888075"/>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Efficient file system management is crucial for the performance and integrity of Linux systems. This involves organizing, configuring, and maintaining file systems to ensure reliable data storage and retrieval. Techniques such as partitioning, mounting, and utilizing file system permissions play significant roles in effective management.</a:t>
            </a:r>
          </a:p>
        </p:txBody>
      </p:sp>
      <p:pic>
        <p:nvPicPr>
          <p:cNvPr id="3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647753"/>
            <a:ext cx="8115300" cy="19050"/>
          </a:xfrm>
          <a:prstGeom prst="rect">
            <a:avLst/>
          </a:prstGeom>
        </p:spPr>
      </p:pic>
      <p:pic>
        <p:nvPicPr>
          <p:cNvPr id="3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5106448"/>
            <a:ext cx="171450" cy="171450"/>
          </a:xfrm>
          <a:prstGeom prst="rect">
            <a:avLst/>
          </a:prstGeom>
        </p:spPr>
      </p:pic>
      <p:sp>
        <p:nvSpPr>
          <p:cNvPr id="389" name="Primary Heading-1">
            <a:extLst>
              <a:ext uri="{FF2B5EF4-FFF2-40B4-BE49-F238E27FC236}">
                <a16:creationId xmlns:a16="http://schemas.microsoft.com/office/drawing/2014/main" id="{111B4A49-B930-4A89-A1CD-6CA2B3D95AED}"/>
              </a:ext>
            </a:extLst>
          </p:cNvPr>
          <p:cNvSpPr txBox="1"/>
          <p:nvPr/>
        </p:nvSpPr>
        <p:spPr>
          <a:xfrm>
            <a:off x="1162050" y="5000244"/>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User and Group Management</a:t>
            </a:r>
          </a:p>
        </p:txBody>
      </p:sp>
      <p:sp>
        <p:nvSpPr>
          <p:cNvPr id="391" name="Description of a primary heading-1">
            <a:extLst>
              <a:ext uri="{FF2B5EF4-FFF2-40B4-BE49-F238E27FC236}">
                <a16:creationId xmlns:a16="http://schemas.microsoft.com/office/drawing/2014/main" id="{111B4A49-B930-4A89-A1CD-6CA2B3D95AED}"/>
              </a:ext>
            </a:extLst>
          </p:cNvPr>
          <p:cNvSpPr txBox="1"/>
          <p:nvPr/>
        </p:nvSpPr>
        <p:spPr>
          <a:xfrm>
            <a:off x="1162050" y="5460397"/>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Managing users and groups is essential for maintaining system security and ensuring that the right individuals have appropriate access to resources. This includes creating user accounts, setting permissions, and organizing users into groups to facilitate easier management and enhance security protocols within the system.</a:t>
            </a:r>
          </a:p>
        </p:txBody>
      </p:sp>
      <p:pic>
        <p:nvPicPr>
          <p:cNvPr id="3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220236"/>
            <a:ext cx="8115300" cy="19050"/>
          </a:xfrm>
          <a:prstGeom prst="rect">
            <a:avLst/>
          </a:prstGeom>
        </p:spPr>
      </p:pic>
      <p:pic>
        <p:nvPicPr>
          <p:cNvPr id="3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7678864"/>
            <a:ext cx="171450" cy="171450"/>
          </a:xfrm>
          <a:prstGeom prst="rect">
            <a:avLst/>
          </a:prstGeom>
        </p:spPr>
      </p:pic>
      <p:sp>
        <p:nvSpPr>
          <p:cNvPr id="397" name="Primary Heading-2">
            <a:extLst>
              <a:ext uri="{FF2B5EF4-FFF2-40B4-BE49-F238E27FC236}">
                <a16:creationId xmlns:a16="http://schemas.microsoft.com/office/drawing/2014/main" id="{111B4A49-B930-4A89-A1CD-6CA2B3D95AED}"/>
              </a:ext>
            </a:extLst>
          </p:cNvPr>
          <p:cNvSpPr txBox="1"/>
          <p:nvPr/>
        </p:nvSpPr>
        <p:spPr>
          <a:xfrm>
            <a:off x="1162050" y="7572661"/>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Process Scheduling</a:t>
            </a:r>
          </a:p>
        </p:txBody>
      </p:sp>
      <p:sp>
        <p:nvSpPr>
          <p:cNvPr id="399" name="Description of a primary heading-2">
            <a:extLst>
              <a:ext uri="{FF2B5EF4-FFF2-40B4-BE49-F238E27FC236}">
                <a16:creationId xmlns:a16="http://schemas.microsoft.com/office/drawing/2014/main" id="{111B4A49-B930-4A89-A1CD-6CA2B3D95AED}"/>
              </a:ext>
            </a:extLst>
          </p:cNvPr>
          <p:cNvSpPr txBox="1"/>
          <p:nvPr/>
        </p:nvSpPr>
        <p:spPr>
          <a:xfrm>
            <a:off x="1162050" y="8032814"/>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Understanding process scheduling is vital for optimizing system performance. Linux uses a variety of scheduling algorithms to manage how processes are executed. System administrators must monitor and adjust process priorities to ensure efficient CPU utilization and minimize response times for users.</a:t>
            </a:r>
          </a:p>
        </p:txBody>
      </p:sp>
      <p:pic>
        <p:nvPicPr>
          <p:cNvPr id="40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792557"/>
            <a:ext cx="8115300" cy="19050"/>
          </a:xfrm>
          <a:prstGeom prst="rect">
            <a:avLst/>
          </a:prstGeom>
        </p:spPr>
      </p:pic>
      <p:pic>
        <p:nvPicPr>
          <p:cNvPr id="40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2534126"/>
            <a:ext cx="171450" cy="171450"/>
          </a:xfrm>
          <a:prstGeom prst="rect">
            <a:avLst/>
          </a:prstGeom>
        </p:spPr>
      </p:pic>
      <p:sp>
        <p:nvSpPr>
          <p:cNvPr id="405" name="Primary Heading-3">
            <a:extLst>
              <a:ext uri="{FF2B5EF4-FFF2-40B4-BE49-F238E27FC236}">
                <a16:creationId xmlns:a16="http://schemas.microsoft.com/office/drawing/2014/main" id="{111B4A49-B930-4A89-A1CD-6CA2B3D95AED}"/>
              </a:ext>
            </a:extLst>
          </p:cNvPr>
          <p:cNvSpPr txBox="1"/>
          <p:nvPr/>
        </p:nvSpPr>
        <p:spPr>
          <a:xfrm>
            <a:off x="9810750" y="2427922"/>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Performance Optimization</a:t>
            </a:r>
          </a:p>
        </p:txBody>
      </p:sp>
      <p:sp>
        <p:nvSpPr>
          <p:cNvPr id="407" name="Description of a primary heading-3">
            <a:extLst>
              <a:ext uri="{FF2B5EF4-FFF2-40B4-BE49-F238E27FC236}">
                <a16:creationId xmlns:a16="http://schemas.microsoft.com/office/drawing/2014/main" id="{111B4A49-B930-4A89-A1CD-6CA2B3D95AED}"/>
              </a:ext>
            </a:extLst>
          </p:cNvPr>
          <p:cNvSpPr txBox="1"/>
          <p:nvPr/>
        </p:nvSpPr>
        <p:spPr>
          <a:xfrm>
            <a:off x="9810750" y="2888075"/>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Optimizing system performance involves tuning various system parameters and resources. Administrators should regularly analyze system performance metrics and make adjustments to CPU, memory, and I/O operations to ensure that the system runs efficiently and meets user demands.</a:t>
            </a:r>
          </a:p>
        </p:txBody>
      </p:sp>
      <p:pic>
        <p:nvPicPr>
          <p:cNvPr id="40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4647819"/>
            <a:ext cx="8115300" cy="19050"/>
          </a:xfrm>
          <a:prstGeom prst="rect">
            <a:avLst/>
          </a:prstGeom>
        </p:spPr>
      </p:pic>
      <p:pic>
        <p:nvPicPr>
          <p:cNvPr id="41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5106448"/>
            <a:ext cx="171450" cy="171450"/>
          </a:xfrm>
          <a:prstGeom prst="rect">
            <a:avLst/>
          </a:prstGeom>
        </p:spPr>
      </p:pic>
      <p:sp>
        <p:nvSpPr>
          <p:cNvPr id="413" name="Primary Heading-4">
            <a:extLst>
              <a:ext uri="{FF2B5EF4-FFF2-40B4-BE49-F238E27FC236}">
                <a16:creationId xmlns:a16="http://schemas.microsoft.com/office/drawing/2014/main" id="{111B4A49-B930-4A89-A1CD-6CA2B3D95AED}"/>
              </a:ext>
            </a:extLst>
          </p:cNvPr>
          <p:cNvSpPr txBox="1"/>
          <p:nvPr/>
        </p:nvSpPr>
        <p:spPr>
          <a:xfrm>
            <a:off x="9810750" y="5000244"/>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Security Management</a:t>
            </a:r>
          </a:p>
        </p:txBody>
      </p:sp>
      <p:sp>
        <p:nvSpPr>
          <p:cNvPr id="415" name="Description of a primary heading-4">
            <a:extLst>
              <a:ext uri="{FF2B5EF4-FFF2-40B4-BE49-F238E27FC236}">
                <a16:creationId xmlns:a16="http://schemas.microsoft.com/office/drawing/2014/main" id="{111B4A49-B930-4A89-A1CD-6CA2B3D95AED}"/>
              </a:ext>
            </a:extLst>
          </p:cNvPr>
          <p:cNvSpPr txBox="1"/>
          <p:nvPr/>
        </p:nvSpPr>
        <p:spPr>
          <a:xfrm>
            <a:off x="9810750" y="5460397"/>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Security is a top priority in Linux system administration. This includes implementing firewalls, managing user permissions, and regularly applying security patches. Regular audits and monitoring for vulnerabilities are essential practices to protect the system against unauthorized access and potential threats.</a:t>
            </a:r>
          </a:p>
        </p:txBody>
      </p:sp>
      <p:pic>
        <p:nvPicPr>
          <p:cNvPr id="41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7220236"/>
            <a:ext cx="8115300" cy="19050"/>
          </a:xfrm>
          <a:prstGeom prst="rect">
            <a:avLst/>
          </a:prstGeom>
        </p:spPr>
      </p:pic>
      <p:sp>
        <p:nvSpPr>
          <p:cNvPr id="419" name="Click here to edit title-461">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Linux System Administration</a:t>
            </a:r>
          </a:p>
        </p:txBody>
      </p:sp>
      <p:sp>
        <p:nvSpPr>
          <p:cNvPr id="421" name="Click here to edit subtitle-470">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Areas of Focus in Administration</a:t>
            </a:r>
          </a:p>
        </p:txBody>
      </p:sp>
    </p:spTree>
    <p:extLst>
      <p:ext uri="{BB962C8B-B14F-4D97-AF65-F5344CB8AC3E}">
        <p14:creationId xmlns:p14="http://schemas.microsoft.com/office/powerpoint/2010/main" val="3648047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4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4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058590"/>
            <a:ext cx="5486400" cy="228600"/>
          </a:xfrm>
          <a:prstGeom prst="rect">
            <a:avLst/>
          </a:prstGeom>
        </p:spPr>
      </p:pic>
      <p:sp>
        <p:nvSpPr>
          <p:cNvPr id="432" name="Type a Headline-0">
            <a:extLst>
              <a:ext uri="{FF2B5EF4-FFF2-40B4-BE49-F238E27FC236}">
                <a16:creationId xmlns:a16="http://schemas.microsoft.com/office/drawing/2014/main" id="{111B4A49-B930-4A89-A1CD-6CA2B3D95AED}"/>
              </a:ext>
            </a:extLst>
          </p:cNvPr>
          <p:cNvSpPr txBox="1"/>
          <p:nvPr/>
        </p:nvSpPr>
        <p:spPr>
          <a:xfrm>
            <a:off x="762000" y="762000"/>
            <a:ext cx="167973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File System Management Techniques</a:t>
            </a:r>
          </a:p>
        </p:txBody>
      </p:sp>
      <p:sp>
        <p:nvSpPr>
          <p:cNvPr id="434" name="A brief explanation about the headline-0">
            <a:extLst>
              <a:ext uri="{FF2B5EF4-FFF2-40B4-BE49-F238E27FC236}">
                <a16:creationId xmlns:a16="http://schemas.microsoft.com/office/drawing/2014/main" id="{111B4A49-B930-4A89-A1CD-6CA2B3D95AED}"/>
              </a:ext>
            </a:extLst>
          </p:cNvPr>
          <p:cNvSpPr txBox="1"/>
          <p:nvPr/>
        </p:nvSpPr>
        <p:spPr>
          <a:xfrm>
            <a:off x="762000" y="1455420"/>
            <a:ext cx="167973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Techniques for Enhanced Data Handling</a:t>
            </a:r>
          </a:p>
        </p:txBody>
      </p:sp>
      <p:pic>
        <p:nvPicPr>
          <p:cNvPr id="4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286500" y="3949006"/>
            <a:ext cx="5716786" cy="4427190"/>
          </a:xfrm>
          <a:prstGeom prst="rect">
            <a:avLst/>
          </a:prstGeom>
          <a:effectLst>
            <a:outerShdw blurRad="190500" dist="28575" dir="2700000" algn="ctr" rotWithShape="0">
              <a:srgbClr val="000000">
                <a:alpha val="40000"/>
              </a:srgbClr>
            </a:outerShdw>
          </a:effectLst>
        </p:spPr>
      </p:pic>
      <p:sp>
        <p:nvSpPr>
          <p:cNvPr id="437" name="Type a Headline-1">
            <a:extLst>
              <a:ext uri="{FF2B5EF4-FFF2-40B4-BE49-F238E27FC236}">
                <a16:creationId xmlns:a16="http://schemas.microsoft.com/office/drawing/2014/main" id="{111B4A49-B930-4A89-A1CD-6CA2B3D95AED}"/>
              </a:ext>
            </a:extLst>
          </p:cNvPr>
          <p:cNvSpPr txBox="1"/>
          <p:nvPr/>
        </p:nvSpPr>
        <p:spPr>
          <a:xfrm>
            <a:off x="6682740" y="5031105"/>
            <a:ext cx="4957762"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Understanding Different File Systems</a:t>
            </a:r>
          </a:p>
        </p:txBody>
      </p:sp>
      <p:sp>
        <p:nvSpPr>
          <p:cNvPr id="439" name="A brief explanation about the headline-1">
            <a:extLst>
              <a:ext uri="{FF2B5EF4-FFF2-40B4-BE49-F238E27FC236}">
                <a16:creationId xmlns:a16="http://schemas.microsoft.com/office/drawing/2014/main" id="{111B4A49-B930-4A89-A1CD-6CA2B3D95AED}"/>
              </a:ext>
            </a:extLst>
          </p:cNvPr>
          <p:cNvSpPr txBox="1"/>
          <p:nvPr/>
        </p:nvSpPr>
        <p:spPr>
          <a:xfrm>
            <a:off x="6682740" y="5529358"/>
            <a:ext cx="4957762" cy="24384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Linux supports a variety of file systems, each designed with specific features and use cases in mind. It’s essential to familiarize yourself with these file systems, such as ext4, XFS, and Btrfs, to choose the right one for your needs.</a:t>
            </a:r>
          </a:p>
        </p:txBody>
      </p:sp>
      <p:pic>
        <p:nvPicPr>
          <p:cNvPr id="44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682681" y="4345186"/>
            <a:ext cx="457200" cy="457200"/>
          </a:xfrm>
          <a:prstGeom prst="rect">
            <a:avLst/>
          </a:prstGeom>
        </p:spPr>
      </p:pic>
      <p:sp>
        <p:nvSpPr>
          <p:cNvPr id="442" name="-402">
            <a:extLst>
              <a:ext uri="{FF2B5EF4-FFF2-40B4-BE49-F238E27FC236}">
                <a16:creationId xmlns:a16="http://schemas.microsoft.com/office/drawing/2014/main" id="{111B4A49-B930-4A89-A1CD-6CA2B3D95AED}"/>
              </a:ext>
            </a:extLst>
          </p:cNvPr>
          <p:cNvSpPr txBox="1"/>
          <p:nvPr/>
        </p:nvSpPr>
        <p:spPr>
          <a:xfrm>
            <a:off x="6682740" y="434530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1</a:t>
            </a:r>
          </a:p>
        </p:txBody>
      </p:sp>
      <p:pic>
        <p:nvPicPr>
          <p:cNvPr id="44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2179808" y="3949065"/>
            <a:ext cx="4286250" cy="1828800"/>
          </a:xfrm>
          <a:prstGeom prst="rect">
            <a:avLst/>
          </a:prstGeom>
          <a:effectLst>
            <a:outerShdw blurRad="190500" dist="28575" dir="2700000" algn="ctr" rotWithShape="0">
              <a:srgbClr val="000000">
                <a:alpha val="40000"/>
              </a:srgbClr>
            </a:outerShdw>
          </a:effectLst>
        </p:spPr>
      </p:pic>
      <p:sp>
        <p:nvSpPr>
          <p:cNvPr id="444" name="Type a Headline-2">
            <a:extLst>
              <a:ext uri="{FF2B5EF4-FFF2-40B4-BE49-F238E27FC236}">
                <a16:creationId xmlns:a16="http://schemas.microsoft.com/office/drawing/2014/main" id="{111B4A49-B930-4A89-A1CD-6CA2B3D95AED}"/>
              </a:ext>
            </a:extLst>
          </p:cNvPr>
          <p:cNvSpPr txBox="1"/>
          <p:nvPr/>
        </p:nvSpPr>
        <p:spPr>
          <a:xfrm>
            <a:off x="12560808"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Features of File Systems</a:t>
            </a:r>
          </a:p>
        </p:txBody>
      </p:sp>
      <p:pic>
        <p:nvPicPr>
          <p:cNvPr id="4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mt="30000"/>
          </a:blip>
          <a:stretch/>
        </p:blipFill>
        <p:spPr>
          <a:xfrm>
            <a:off x="12560798" y="4330006"/>
            <a:ext cx="457200" cy="457200"/>
          </a:xfrm>
          <a:prstGeom prst="rect">
            <a:avLst/>
          </a:prstGeom>
        </p:spPr>
      </p:pic>
      <p:sp>
        <p:nvSpPr>
          <p:cNvPr id="447" name="-468">
            <a:extLst>
              <a:ext uri="{FF2B5EF4-FFF2-40B4-BE49-F238E27FC236}">
                <a16:creationId xmlns:a16="http://schemas.microsoft.com/office/drawing/2014/main" id="{111B4A49-B930-4A89-A1CD-6CA2B3D95AED}"/>
              </a:ext>
            </a:extLst>
          </p:cNvPr>
          <p:cNvSpPr txBox="1"/>
          <p:nvPr/>
        </p:nvSpPr>
        <p:spPr>
          <a:xfrm>
            <a:off x="12560808"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2</a:t>
            </a:r>
          </a:p>
        </p:txBody>
      </p:sp>
      <p:pic>
        <p:nvPicPr>
          <p:cNvPr id="44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6642080" y="3949065"/>
            <a:ext cx="4286250" cy="1828800"/>
          </a:xfrm>
          <a:prstGeom prst="rect">
            <a:avLst/>
          </a:prstGeom>
          <a:effectLst>
            <a:outerShdw blurRad="190500" dist="28575" dir="2700000" algn="ctr" rotWithShape="0">
              <a:srgbClr val="000000">
                <a:alpha val="40000"/>
              </a:srgbClr>
            </a:outerShdw>
          </a:effectLst>
        </p:spPr>
      </p:pic>
      <p:sp>
        <p:nvSpPr>
          <p:cNvPr id="449" name="Type a Headline-3">
            <a:extLst>
              <a:ext uri="{FF2B5EF4-FFF2-40B4-BE49-F238E27FC236}">
                <a16:creationId xmlns:a16="http://schemas.microsoft.com/office/drawing/2014/main" id="{111B4A49-B930-4A89-A1CD-6CA2B3D95AED}"/>
              </a:ext>
            </a:extLst>
          </p:cNvPr>
          <p:cNvSpPr txBox="1"/>
          <p:nvPr/>
        </p:nvSpPr>
        <p:spPr>
          <a:xfrm>
            <a:off x="17023080"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Reliability</a:t>
            </a:r>
          </a:p>
        </p:txBody>
      </p:sp>
      <p:pic>
        <p:nvPicPr>
          <p:cNvPr id="4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mt="30000"/>
          </a:blip>
          <a:stretch/>
        </p:blipFill>
        <p:spPr>
          <a:xfrm>
            <a:off x="17023080" y="4330065"/>
            <a:ext cx="457200" cy="457200"/>
          </a:xfrm>
          <a:prstGeom prst="rect">
            <a:avLst/>
          </a:prstGeom>
        </p:spPr>
      </p:pic>
      <p:sp>
        <p:nvSpPr>
          <p:cNvPr id="452" name="-462">
            <a:extLst>
              <a:ext uri="{FF2B5EF4-FFF2-40B4-BE49-F238E27FC236}">
                <a16:creationId xmlns:a16="http://schemas.microsoft.com/office/drawing/2014/main" id="{111B4A49-B930-4A89-A1CD-6CA2B3D95AED}"/>
              </a:ext>
            </a:extLst>
          </p:cNvPr>
          <p:cNvSpPr txBox="1"/>
          <p:nvPr/>
        </p:nvSpPr>
        <p:spPr>
          <a:xfrm>
            <a:off x="1702308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3</a:t>
            </a:r>
          </a:p>
        </p:txBody>
      </p:sp>
    </p:spTree>
    <p:extLst>
      <p:ext uri="{BB962C8B-B14F-4D97-AF65-F5344CB8AC3E}">
        <p14:creationId xmlns:p14="http://schemas.microsoft.com/office/powerpoint/2010/main" val="3648047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4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4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058590"/>
            <a:ext cx="5486400" cy="228600"/>
          </a:xfrm>
          <a:prstGeom prst="rect">
            <a:avLst/>
          </a:prstGeom>
        </p:spPr>
      </p:pic>
      <p:sp>
        <p:nvSpPr>
          <p:cNvPr id="462" name="Type a Headline-0">
            <a:extLst>
              <a:ext uri="{FF2B5EF4-FFF2-40B4-BE49-F238E27FC236}">
                <a16:creationId xmlns:a16="http://schemas.microsoft.com/office/drawing/2014/main" id="{111B4A49-B930-4A89-A1CD-6CA2B3D95AED}"/>
              </a:ext>
            </a:extLst>
          </p:cNvPr>
          <p:cNvSpPr txBox="1"/>
          <p:nvPr/>
        </p:nvSpPr>
        <p:spPr>
          <a:xfrm>
            <a:off x="762000" y="762000"/>
            <a:ext cx="167973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File System Management Techniques</a:t>
            </a:r>
          </a:p>
        </p:txBody>
      </p:sp>
      <p:sp>
        <p:nvSpPr>
          <p:cNvPr id="464" name="A brief explanation about the headline-0">
            <a:extLst>
              <a:ext uri="{FF2B5EF4-FFF2-40B4-BE49-F238E27FC236}">
                <a16:creationId xmlns:a16="http://schemas.microsoft.com/office/drawing/2014/main" id="{111B4A49-B930-4A89-A1CD-6CA2B3D95AED}"/>
              </a:ext>
            </a:extLst>
          </p:cNvPr>
          <p:cNvSpPr txBox="1"/>
          <p:nvPr/>
        </p:nvSpPr>
        <p:spPr>
          <a:xfrm>
            <a:off x="762000" y="1455420"/>
            <a:ext cx="167973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Techniques for Enhanced Data Handling</a:t>
            </a:r>
          </a:p>
        </p:txBody>
      </p:sp>
      <p:pic>
        <p:nvPicPr>
          <p:cNvPr id="4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49065"/>
            <a:ext cx="4286250" cy="2219325"/>
          </a:xfrm>
          <a:prstGeom prst="rect">
            <a:avLst/>
          </a:prstGeom>
          <a:effectLst>
            <a:outerShdw blurRad="190500" dist="28575" dir="2700000" algn="ctr" rotWithShape="0">
              <a:srgbClr val="000000">
                <a:alpha val="40000"/>
              </a:srgbClr>
            </a:outerShdw>
          </a:effectLst>
        </p:spPr>
      </p:pic>
      <p:sp>
        <p:nvSpPr>
          <p:cNvPr id="467" name="Type a Headline-1">
            <a:extLst>
              <a:ext uri="{FF2B5EF4-FFF2-40B4-BE49-F238E27FC236}">
                <a16:creationId xmlns:a16="http://schemas.microsoft.com/office/drawing/2014/main" id="{111B4A49-B930-4A89-A1CD-6CA2B3D95AED}"/>
              </a:ext>
            </a:extLst>
          </p:cNvPr>
          <p:cNvSpPr txBox="1"/>
          <p:nvPr/>
        </p:nvSpPr>
        <p:spPr>
          <a:xfrm>
            <a:off x="2209800" y="5015865"/>
            <a:ext cx="3557588" cy="781050"/>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Understanding Different File Systems</a:t>
            </a:r>
          </a:p>
        </p:txBody>
      </p:sp>
      <p:pic>
        <p:nvPicPr>
          <p:cNvPr id="46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2209800" y="4330065"/>
            <a:ext cx="457200" cy="457200"/>
          </a:xfrm>
          <a:prstGeom prst="rect">
            <a:avLst/>
          </a:prstGeom>
        </p:spPr>
      </p:pic>
      <p:sp>
        <p:nvSpPr>
          <p:cNvPr id="470" name="-406">
            <a:extLst>
              <a:ext uri="{FF2B5EF4-FFF2-40B4-BE49-F238E27FC236}">
                <a16:creationId xmlns:a16="http://schemas.microsoft.com/office/drawing/2014/main" id="{111B4A49-B930-4A89-A1CD-6CA2B3D95AED}"/>
              </a:ext>
            </a:extLst>
          </p:cNvPr>
          <p:cNvSpPr txBox="1"/>
          <p:nvPr/>
        </p:nvSpPr>
        <p:spPr>
          <a:xfrm>
            <a:off x="220980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1</a:t>
            </a:r>
          </a:p>
        </p:txBody>
      </p:sp>
      <p:pic>
        <p:nvPicPr>
          <p:cNvPr id="47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49006"/>
            <a:ext cx="5716786" cy="4017615"/>
          </a:xfrm>
          <a:prstGeom prst="rect">
            <a:avLst/>
          </a:prstGeom>
          <a:effectLst>
            <a:outerShdw blurRad="190500" dist="28575" dir="2700000" algn="ctr" rotWithShape="0">
              <a:srgbClr val="000000">
                <a:alpha val="40000"/>
              </a:srgbClr>
            </a:outerShdw>
          </a:effectLst>
        </p:spPr>
      </p:pic>
      <p:sp>
        <p:nvSpPr>
          <p:cNvPr id="472" name="Type a Headline-2">
            <a:extLst>
              <a:ext uri="{FF2B5EF4-FFF2-40B4-BE49-F238E27FC236}">
                <a16:creationId xmlns:a16="http://schemas.microsoft.com/office/drawing/2014/main" id="{111B4A49-B930-4A89-A1CD-6CA2B3D95AED}"/>
              </a:ext>
            </a:extLst>
          </p:cNvPr>
          <p:cNvSpPr txBox="1"/>
          <p:nvPr/>
        </p:nvSpPr>
        <p:spPr>
          <a:xfrm>
            <a:off x="6682740" y="5031105"/>
            <a:ext cx="4957762"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Features of File Systems</a:t>
            </a:r>
          </a:p>
        </p:txBody>
      </p:sp>
      <p:sp>
        <p:nvSpPr>
          <p:cNvPr id="474" name="A brief explanation about the headline-2">
            <a:extLst>
              <a:ext uri="{FF2B5EF4-FFF2-40B4-BE49-F238E27FC236}">
                <a16:creationId xmlns:a16="http://schemas.microsoft.com/office/drawing/2014/main" id="{111B4A49-B930-4A89-A1CD-6CA2B3D95AED}"/>
              </a:ext>
            </a:extLst>
          </p:cNvPr>
          <p:cNvSpPr txBox="1"/>
          <p:nvPr/>
        </p:nvSpPr>
        <p:spPr>
          <a:xfrm>
            <a:off x="6682740" y="5529358"/>
            <a:ext cx="4957762" cy="203835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Each file system comes with unique attributes like journaling, performance optimization, and data integrity. Understanding these features is crucial for selecting a file system that meets your performance and reliability requirements.</a:t>
            </a:r>
          </a:p>
        </p:txBody>
      </p:sp>
      <p:pic>
        <p:nvPicPr>
          <p:cNvPr id="47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682740" y="4345305"/>
            <a:ext cx="457200" cy="457200"/>
          </a:xfrm>
          <a:prstGeom prst="rect">
            <a:avLst/>
          </a:prstGeom>
        </p:spPr>
      </p:pic>
      <p:sp>
        <p:nvSpPr>
          <p:cNvPr id="477" name="-438">
            <a:extLst>
              <a:ext uri="{FF2B5EF4-FFF2-40B4-BE49-F238E27FC236}">
                <a16:creationId xmlns:a16="http://schemas.microsoft.com/office/drawing/2014/main" id="{111B4A49-B930-4A89-A1CD-6CA2B3D95AED}"/>
              </a:ext>
            </a:extLst>
          </p:cNvPr>
          <p:cNvSpPr txBox="1"/>
          <p:nvPr/>
        </p:nvSpPr>
        <p:spPr>
          <a:xfrm>
            <a:off x="6682740" y="434530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2</a:t>
            </a:r>
          </a:p>
        </p:txBody>
      </p:sp>
      <p:pic>
        <p:nvPicPr>
          <p:cNvPr id="4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2179808" y="3949065"/>
            <a:ext cx="4286250" cy="1828800"/>
          </a:xfrm>
          <a:prstGeom prst="rect">
            <a:avLst/>
          </a:prstGeom>
          <a:effectLst>
            <a:outerShdw blurRad="190500" dist="28575" dir="2700000" algn="ctr" rotWithShape="0">
              <a:srgbClr val="000000">
                <a:alpha val="40000"/>
              </a:srgbClr>
            </a:outerShdw>
          </a:effectLst>
        </p:spPr>
      </p:pic>
      <p:sp>
        <p:nvSpPr>
          <p:cNvPr id="479" name="Type a Headline-3">
            <a:extLst>
              <a:ext uri="{FF2B5EF4-FFF2-40B4-BE49-F238E27FC236}">
                <a16:creationId xmlns:a16="http://schemas.microsoft.com/office/drawing/2014/main" id="{111B4A49-B930-4A89-A1CD-6CA2B3D95AED}"/>
              </a:ext>
            </a:extLst>
          </p:cNvPr>
          <p:cNvSpPr txBox="1"/>
          <p:nvPr/>
        </p:nvSpPr>
        <p:spPr>
          <a:xfrm>
            <a:off x="12560808"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Reliability</a:t>
            </a:r>
          </a:p>
        </p:txBody>
      </p:sp>
      <p:pic>
        <p:nvPicPr>
          <p:cNvPr id="48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2560808" y="4330065"/>
            <a:ext cx="457200" cy="457200"/>
          </a:xfrm>
          <a:prstGeom prst="rect">
            <a:avLst/>
          </a:prstGeom>
        </p:spPr>
      </p:pic>
      <p:sp>
        <p:nvSpPr>
          <p:cNvPr id="482" name="-497">
            <a:extLst>
              <a:ext uri="{FF2B5EF4-FFF2-40B4-BE49-F238E27FC236}">
                <a16:creationId xmlns:a16="http://schemas.microsoft.com/office/drawing/2014/main" id="{111B4A49-B930-4A89-A1CD-6CA2B3D95AED}"/>
              </a:ext>
            </a:extLst>
          </p:cNvPr>
          <p:cNvSpPr txBox="1"/>
          <p:nvPr/>
        </p:nvSpPr>
        <p:spPr>
          <a:xfrm>
            <a:off x="12560808"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3</a:t>
            </a:r>
          </a:p>
        </p:txBody>
      </p:sp>
      <p:pic>
        <p:nvPicPr>
          <p:cNvPr id="4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6642080" y="3949065"/>
            <a:ext cx="4286250" cy="1828800"/>
          </a:xfrm>
          <a:prstGeom prst="rect">
            <a:avLst/>
          </a:prstGeom>
          <a:effectLst>
            <a:outerShdw blurRad="190500" dist="28575" dir="2700000" algn="ctr" rotWithShape="0">
              <a:srgbClr val="000000">
                <a:alpha val="40000"/>
              </a:srgbClr>
            </a:outerShdw>
          </a:effectLst>
        </p:spPr>
      </p:pic>
      <p:sp>
        <p:nvSpPr>
          <p:cNvPr id="484" name="Type a Headline-4">
            <a:extLst>
              <a:ext uri="{FF2B5EF4-FFF2-40B4-BE49-F238E27FC236}">
                <a16:creationId xmlns:a16="http://schemas.microsoft.com/office/drawing/2014/main" id="{111B4A49-B930-4A89-A1CD-6CA2B3D95AED}"/>
              </a:ext>
            </a:extLst>
          </p:cNvPr>
          <p:cNvSpPr txBox="1"/>
          <p:nvPr/>
        </p:nvSpPr>
        <p:spPr>
          <a:xfrm>
            <a:off x="17023080"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Performance</a:t>
            </a:r>
          </a:p>
        </p:txBody>
      </p:sp>
      <p:pic>
        <p:nvPicPr>
          <p:cNvPr id="48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7023080" y="4330065"/>
            <a:ext cx="457200" cy="457200"/>
          </a:xfrm>
          <a:prstGeom prst="rect">
            <a:avLst/>
          </a:prstGeom>
        </p:spPr>
      </p:pic>
      <p:sp>
        <p:nvSpPr>
          <p:cNvPr id="487" name="-483">
            <a:extLst>
              <a:ext uri="{FF2B5EF4-FFF2-40B4-BE49-F238E27FC236}">
                <a16:creationId xmlns:a16="http://schemas.microsoft.com/office/drawing/2014/main" id="{111B4A49-B930-4A89-A1CD-6CA2B3D95AED}"/>
              </a:ext>
            </a:extLst>
          </p:cNvPr>
          <p:cNvSpPr txBox="1"/>
          <p:nvPr/>
        </p:nvSpPr>
        <p:spPr>
          <a:xfrm>
            <a:off x="1702308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4</a:t>
            </a:r>
          </a:p>
        </p:txBody>
      </p:sp>
    </p:spTree>
    <p:extLst>
      <p:ext uri="{BB962C8B-B14F-4D97-AF65-F5344CB8AC3E}">
        <p14:creationId xmlns:p14="http://schemas.microsoft.com/office/powerpoint/2010/main" val="3648047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4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4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058590"/>
            <a:ext cx="5486400" cy="228600"/>
          </a:xfrm>
          <a:prstGeom prst="rect">
            <a:avLst/>
          </a:prstGeom>
        </p:spPr>
      </p:pic>
      <p:sp>
        <p:nvSpPr>
          <p:cNvPr id="497" name="Type a Headline-0">
            <a:extLst>
              <a:ext uri="{FF2B5EF4-FFF2-40B4-BE49-F238E27FC236}">
                <a16:creationId xmlns:a16="http://schemas.microsoft.com/office/drawing/2014/main" id="{111B4A49-B930-4A89-A1CD-6CA2B3D95AED}"/>
              </a:ext>
            </a:extLst>
          </p:cNvPr>
          <p:cNvSpPr txBox="1"/>
          <p:nvPr/>
        </p:nvSpPr>
        <p:spPr>
          <a:xfrm>
            <a:off x="762000" y="762000"/>
            <a:ext cx="167973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File System Management Techniques</a:t>
            </a:r>
          </a:p>
        </p:txBody>
      </p:sp>
      <p:sp>
        <p:nvSpPr>
          <p:cNvPr id="499" name="A brief explanation about the headline-0">
            <a:extLst>
              <a:ext uri="{FF2B5EF4-FFF2-40B4-BE49-F238E27FC236}">
                <a16:creationId xmlns:a16="http://schemas.microsoft.com/office/drawing/2014/main" id="{111B4A49-B930-4A89-A1CD-6CA2B3D95AED}"/>
              </a:ext>
            </a:extLst>
          </p:cNvPr>
          <p:cNvSpPr txBox="1"/>
          <p:nvPr/>
        </p:nvSpPr>
        <p:spPr>
          <a:xfrm>
            <a:off x="762000" y="1455420"/>
            <a:ext cx="167973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Techniques for Enhanced Data Handling</a:t>
            </a:r>
          </a:p>
        </p:txBody>
      </p:sp>
      <p:pic>
        <p:nvPicPr>
          <p:cNvPr id="50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0" y="3949006"/>
            <a:ext cx="1652885" cy="1790700"/>
          </a:xfrm>
          <a:prstGeom prst="rect">
            <a:avLst/>
          </a:prstGeom>
          <a:effectLst>
            <a:outerShdw blurRad="190500" dist="28575" dir="2700000" algn="ctr" rotWithShape="0">
              <a:srgbClr val="000000">
                <a:alpha val="40000"/>
              </a:srgbClr>
            </a:outerShdw>
          </a:effectLst>
        </p:spPr>
      </p:pic>
      <p:sp>
        <p:nvSpPr>
          <p:cNvPr id="502" name="Type a Headline-1">
            <a:extLst>
              <a:ext uri="{FF2B5EF4-FFF2-40B4-BE49-F238E27FC236}">
                <a16:creationId xmlns:a16="http://schemas.microsoft.com/office/drawing/2014/main" id="{111B4A49-B930-4A89-A1CD-6CA2B3D95AED}"/>
              </a:ext>
            </a:extLst>
          </p:cNvPr>
          <p:cNvSpPr txBox="1"/>
          <p:nvPr/>
        </p:nvSpPr>
        <p:spPr>
          <a:xfrm>
            <a:off x="-2252472" y="5015865"/>
            <a:ext cx="3557588" cy="352425"/>
          </a:xfrm>
          <a:prstGeom prst="rect">
            <a:avLst/>
          </a:prstGeom>
          <a:noFill/>
        </p:spPr>
        <p:txBody>
          <a:bodyPr vertOverflow="clip" horzOverflow="clip" wrap="square" lIns="0" tIns="0" rIns="0" bIns="0" rtlCol="0" anchor="t">
            <a:spAutoFit/>
          </a:bodyPr>
          <a:lstStyle/>
          <a:p>
            <a:pPr algn="l">
              <a:lnSpc>
                <a:spcPts val="2664"/>
              </a:lnSpc>
            </a:pPr>
            <a:r>
              <a:rPr lang="en-US" sz="1800" b="1" spc="-63" dirty="0">
                <a:solidFill>
                  <a:srgbClr val="21B787">
                    <a:alpha val="30000"/>
                  </a:srgbClr>
                </a:solidFill>
                <a:latin typeface="Inter" panose="00000700000000000000" pitchFamily="2" charset="0"/>
              </a:rPr>
              <a:t>Understanding Different File Systems</a:t>
            </a:r>
          </a:p>
        </p:txBody>
      </p:sp>
      <p:pic>
        <p:nvPicPr>
          <p:cNvPr id="50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828800" y="3949065"/>
            <a:ext cx="4286250" cy="1828800"/>
          </a:xfrm>
          <a:prstGeom prst="rect">
            <a:avLst/>
          </a:prstGeom>
          <a:effectLst>
            <a:outerShdw blurRad="190500" dist="28575" dir="2700000" algn="ctr" rotWithShape="0">
              <a:srgbClr val="000000">
                <a:alpha val="40000"/>
              </a:srgbClr>
            </a:outerShdw>
          </a:effectLst>
        </p:spPr>
      </p:pic>
      <p:sp>
        <p:nvSpPr>
          <p:cNvPr id="504" name="Type a Headline-2">
            <a:extLst>
              <a:ext uri="{FF2B5EF4-FFF2-40B4-BE49-F238E27FC236}">
                <a16:creationId xmlns:a16="http://schemas.microsoft.com/office/drawing/2014/main" id="{111B4A49-B930-4A89-A1CD-6CA2B3D95AED}"/>
              </a:ext>
            </a:extLst>
          </p:cNvPr>
          <p:cNvSpPr txBox="1"/>
          <p:nvPr/>
        </p:nvSpPr>
        <p:spPr>
          <a:xfrm>
            <a:off x="2209800"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Features of File Systems</a:t>
            </a:r>
          </a:p>
        </p:txBody>
      </p:sp>
      <p:pic>
        <p:nvPicPr>
          <p:cNvPr id="5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mt="30000"/>
          </a:blip>
          <a:stretch/>
        </p:blipFill>
        <p:spPr>
          <a:xfrm>
            <a:off x="2209800" y="4330065"/>
            <a:ext cx="457200" cy="457200"/>
          </a:xfrm>
          <a:prstGeom prst="rect">
            <a:avLst/>
          </a:prstGeom>
        </p:spPr>
      </p:pic>
      <p:sp>
        <p:nvSpPr>
          <p:cNvPr id="507" name="-486">
            <a:extLst>
              <a:ext uri="{FF2B5EF4-FFF2-40B4-BE49-F238E27FC236}">
                <a16:creationId xmlns:a16="http://schemas.microsoft.com/office/drawing/2014/main" id="{111B4A49-B930-4A89-A1CD-6CA2B3D95AED}"/>
              </a:ext>
            </a:extLst>
          </p:cNvPr>
          <p:cNvSpPr txBox="1"/>
          <p:nvPr/>
        </p:nvSpPr>
        <p:spPr>
          <a:xfrm>
            <a:off x="220980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2</a:t>
            </a:r>
          </a:p>
        </p:txBody>
      </p:sp>
      <p:pic>
        <p:nvPicPr>
          <p:cNvPr id="50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286500" y="3949065"/>
            <a:ext cx="5716786" cy="4427190"/>
          </a:xfrm>
          <a:prstGeom prst="rect">
            <a:avLst/>
          </a:prstGeom>
          <a:effectLst>
            <a:outerShdw blurRad="190500" dist="28575" dir="2700000" algn="ctr" rotWithShape="0">
              <a:srgbClr val="000000">
                <a:alpha val="40000"/>
              </a:srgbClr>
            </a:outerShdw>
          </a:effectLst>
        </p:spPr>
      </p:pic>
      <p:sp>
        <p:nvSpPr>
          <p:cNvPr id="509" name="Type a Headline-3">
            <a:extLst>
              <a:ext uri="{FF2B5EF4-FFF2-40B4-BE49-F238E27FC236}">
                <a16:creationId xmlns:a16="http://schemas.microsoft.com/office/drawing/2014/main" id="{111B4A49-B930-4A89-A1CD-6CA2B3D95AED}"/>
              </a:ext>
            </a:extLst>
          </p:cNvPr>
          <p:cNvSpPr txBox="1"/>
          <p:nvPr/>
        </p:nvSpPr>
        <p:spPr>
          <a:xfrm>
            <a:off x="6682740" y="5031105"/>
            <a:ext cx="4957762"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Configuring for Reliability</a:t>
            </a:r>
          </a:p>
        </p:txBody>
      </p:sp>
      <p:sp>
        <p:nvSpPr>
          <p:cNvPr id="511" name="A brief explanation about the headline-3">
            <a:extLst>
              <a:ext uri="{FF2B5EF4-FFF2-40B4-BE49-F238E27FC236}">
                <a16:creationId xmlns:a16="http://schemas.microsoft.com/office/drawing/2014/main" id="{111B4A49-B930-4A89-A1CD-6CA2B3D95AED}"/>
              </a:ext>
            </a:extLst>
          </p:cNvPr>
          <p:cNvSpPr txBox="1"/>
          <p:nvPr/>
        </p:nvSpPr>
        <p:spPr>
          <a:xfrm>
            <a:off x="6682740" y="5529358"/>
            <a:ext cx="4957762" cy="24384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Configuring file systems for reliability involves implementing strategies such as regular backups, using RAID configurations, and ensuring redundancy. This minimizes the risk of data loss due to hardware failure or corruption.</a:t>
            </a:r>
          </a:p>
        </p:txBody>
      </p:sp>
      <p:pic>
        <p:nvPicPr>
          <p:cNvPr id="51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6682740" y="4345305"/>
            <a:ext cx="457200" cy="457200"/>
          </a:xfrm>
          <a:prstGeom prst="rect">
            <a:avLst/>
          </a:prstGeom>
        </p:spPr>
      </p:pic>
      <p:sp>
        <p:nvSpPr>
          <p:cNvPr id="514" name="-437">
            <a:extLst>
              <a:ext uri="{FF2B5EF4-FFF2-40B4-BE49-F238E27FC236}">
                <a16:creationId xmlns:a16="http://schemas.microsoft.com/office/drawing/2014/main" id="{111B4A49-B930-4A89-A1CD-6CA2B3D95AED}"/>
              </a:ext>
            </a:extLst>
          </p:cNvPr>
          <p:cNvSpPr txBox="1"/>
          <p:nvPr/>
        </p:nvSpPr>
        <p:spPr>
          <a:xfrm>
            <a:off x="6682740" y="434530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3</a:t>
            </a:r>
          </a:p>
        </p:txBody>
      </p:sp>
      <p:pic>
        <p:nvPicPr>
          <p:cNvPr id="51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2179808" y="3949065"/>
            <a:ext cx="4286250" cy="1828800"/>
          </a:xfrm>
          <a:prstGeom prst="rect">
            <a:avLst/>
          </a:prstGeom>
          <a:effectLst>
            <a:outerShdw blurRad="190500" dist="28575" dir="2700000" algn="ctr" rotWithShape="0">
              <a:srgbClr val="000000">
                <a:alpha val="40000"/>
              </a:srgbClr>
            </a:outerShdw>
          </a:effectLst>
        </p:spPr>
      </p:pic>
      <p:sp>
        <p:nvSpPr>
          <p:cNvPr id="516" name="Type a Headline-4">
            <a:extLst>
              <a:ext uri="{FF2B5EF4-FFF2-40B4-BE49-F238E27FC236}">
                <a16:creationId xmlns:a16="http://schemas.microsoft.com/office/drawing/2014/main" id="{111B4A49-B930-4A89-A1CD-6CA2B3D95AED}"/>
              </a:ext>
            </a:extLst>
          </p:cNvPr>
          <p:cNvSpPr txBox="1"/>
          <p:nvPr/>
        </p:nvSpPr>
        <p:spPr>
          <a:xfrm>
            <a:off x="12560808"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Performance</a:t>
            </a:r>
          </a:p>
        </p:txBody>
      </p:sp>
      <p:pic>
        <p:nvPicPr>
          <p:cNvPr id="5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mt="30000"/>
          </a:blip>
          <a:stretch/>
        </p:blipFill>
        <p:spPr>
          <a:xfrm>
            <a:off x="12560808" y="4330065"/>
            <a:ext cx="457200" cy="457200"/>
          </a:xfrm>
          <a:prstGeom prst="rect">
            <a:avLst/>
          </a:prstGeom>
        </p:spPr>
      </p:pic>
      <p:sp>
        <p:nvSpPr>
          <p:cNvPr id="519" name="-467">
            <a:extLst>
              <a:ext uri="{FF2B5EF4-FFF2-40B4-BE49-F238E27FC236}">
                <a16:creationId xmlns:a16="http://schemas.microsoft.com/office/drawing/2014/main" id="{111B4A49-B930-4A89-A1CD-6CA2B3D95AED}"/>
              </a:ext>
            </a:extLst>
          </p:cNvPr>
          <p:cNvSpPr txBox="1"/>
          <p:nvPr/>
        </p:nvSpPr>
        <p:spPr>
          <a:xfrm>
            <a:off x="12560808"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4</a:t>
            </a:r>
          </a:p>
        </p:txBody>
      </p:sp>
      <p:pic>
        <p:nvPicPr>
          <p:cNvPr id="5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16641966" y="3949006"/>
            <a:ext cx="1646039" cy="1790700"/>
          </a:xfrm>
          <a:prstGeom prst="rect">
            <a:avLst/>
          </a:prstGeom>
          <a:effectLst>
            <a:outerShdw blurRad="190500" dist="28575" dir="2700000" algn="ctr" rotWithShape="0">
              <a:srgbClr val="000000">
                <a:alpha val="40000"/>
              </a:srgbClr>
            </a:outerShdw>
          </a:effectLst>
        </p:spPr>
      </p:pic>
      <p:sp>
        <p:nvSpPr>
          <p:cNvPr id="521" name="Type a Headline-5">
            <a:extLst>
              <a:ext uri="{FF2B5EF4-FFF2-40B4-BE49-F238E27FC236}">
                <a16:creationId xmlns:a16="http://schemas.microsoft.com/office/drawing/2014/main" id="{111B4A49-B930-4A89-A1CD-6CA2B3D95AED}"/>
              </a:ext>
            </a:extLst>
          </p:cNvPr>
          <p:cNvSpPr txBox="1"/>
          <p:nvPr/>
        </p:nvSpPr>
        <p:spPr>
          <a:xfrm>
            <a:off x="17023080" y="5015865"/>
            <a:ext cx="3557588" cy="352425"/>
          </a:xfrm>
          <a:prstGeom prst="rect">
            <a:avLst/>
          </a:prstGeom>
          <a:noFill/>
        </p:spPr>
        <p:txBody>
          <a:bodyPr vertOverflow="clip" horzOverflow="clip" wrap="square" lIns="0" tIns="0" rIns="0" bIns="0" rtlCol="0" anchor="t">
            <a:spAutoFit/>
          </a:bodyPr>
          <a:lstStyle/>
          <a:p>
            <a:pPr algn="l">
              <a:lnSpc>
                <a:spcPts val="2664"/>
              </a:lnSpc>
            </a:pPr>
            <a:r>
              <a:rPr lang="en-US" sz="1800" b="1" spc="-63" dirty="0">
                <a:solidFill>
                  <a:srgbClr val="21B787">
                    <a:alpha val="30000"/>
                  </a:srgbClr>
                </a:solidFill>
                <a:latin typeface="Inter" panose="00000700000000000000" pitchFamily="2" charset="0"/>
              </a:rPr>
              <a:t>Advanced Techniques: RAID Setup</a:t>
            </a:r>
          </a:p>
        </p:txBody>
      </p:sp>
      <p:pic>
        <p:nvPicPr>
          <p:cNvPr id="52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mt="30000"/>
          </a:blip>
          <a:stretch/>
        </p:blipFill>
        <p:spPr>
          <a:xfrm>
            <a:off x="17023080" y="4330065"/>
            <a:ext cx="457200" cy="457200"/>
          </a:xfrm>
          <a:prstGeom prst="rect">
            <a:avLst/>
          </a:prstGeom>
        </p:spPr>
      </p:pic>
      <p:sp>
        <p:nvSpPr>
          <p:cNvPr id="524" name="-410">
            <a:extLst>
              <a:ext uri="{FF2B5EF4-FFF2-40B4-BE49-F238E27FC236}">
                <a16:creationId xmlns:a16="http://schemas.microsoft.com/office/drawing/2014/main" id="{111B4A49-B930-4A89-A1CD-6CA2B3D95AED}"/>
              </a:ext>
            </a:extLst>
          </p:cNvPr>
          <p:cNvSpPr txBox="1"/>
          <p:nvPr/>
        </p:nvSpPr>
        <p:spPr>
          <a:xfrm>
            <a:off x="1702308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5</a:t>
            </a:r>
          </a:p>
        </p:txBody>
      </p:sp>
    </p:spTree>
    <p:extLst>
      <p:ext uri="{BB962C8B-B14F-4D97-AF65-F5344CB8AC3E}">
        <p14:creationId xmlns:p14="http://schemas.microsoft.com/office/powerpoint/2010/main" val="3648047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5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5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058590"/>
            <a:ext cx="5486400" cy="228600"/>
          </a:xfrm>
          <a:prstGeom prst="rect">
            <a:avLst/>
          </a:prstGeom>
        </p:spPr>
      </p:pic>
      <p:sp>
        <p:nvSpPr>
          <p:cNvPr id="534" name="Type a Headline-0">
            <a:extLst>
              <a:ext uri="{FF2B5EF4-FFF2-40B4-BE49-F238E27FC236}">
                <a16:creationId xmlns:a16="http://schemas.microsoft.com/office/drawing/2014/main" id="{111B4A49-B930-4A89-A1CD-6CA2B3D95AED}"/>
              </a:ext>
            </a:extLst>
          </p:cNvPr>
          <p:cNvSpPr txBox="1"/>
          <p:nvPr/>
        </p:nvSpPr>
        <p:spPr>
          <a:xfrm>
            <a:off x="762000" y="762000"/>
            <a:ext cx="167973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File System Management Techniques</a:t>
            </a:r>
          </a:p>
        </p:txBody>
      </p:sp>
      <p:sp>
        <p:nvSpPr>
          <p:cNvPr id="536" name="A brief explanation about the headline-0">
            <a:extLst>
              <a:ext uri="{FF2B5EF4-FFF2-40B4-BE49-F238E27FC236}">
                <a16:creationId xmlns:a16="http://schemas.microsoft.com/office/drawing/2014/main" id="{111B4A49-B930-4A89-A1CD-6CA2B3D95AED}"/>
              </a:ext>
            </a:extLst>
          </p:cNvPr>
          <p:cNvSpPr txBox="1"/>
          <p:nvPr/>
        </p:nvSpPr>
        <p:spPr>
          <a:xfrm>
            <a:off x="762000" y="1455420"/>
            <a:ext cx="167973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Techniques for Enhanced Data Handling</a:t>
            </a:r>
          </a:p>
        </p:txBody>
      </p:sp>
      <p:pic>
        <p:nvPicPr>
          <p:cNvPr id="5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2648712" y="3933825"/>
            <a:ext cx="4286250" cy="1828800"/>
          </a:xfrm>
          <a:prstGeom prst="rect">
            <a:avLst/>
          </a:prstGeom>
          <a:effectLst>
            <a:outerShdw blurRad="190500" dist="28575" dir="2700000" algn="ctr" rotWithShape="0">
              <a:srgbClr val="000000">
                <a:alpha val="40000"/>
              </a:srgbClr>
            </a:outerShdw>
          </a:effectLst>
        </p:spPr>
      </p:pic>
      <p:sp>
        <p:nvSpPr>
          <p:cNvPr id="539" name="Type a Headline-2">
            <a:extLst>
              <a:ext uri="{FF2B5EF4-FFF2-40B4-BE49-F238E27FC236}">
                <a16:creationId xmlns:a16="http://schemas.microsoft.com/office/drawing/2014/main" id="{111B4A49-B930-4A89-A1CD-6CA2B3D95AED}"/>
              </a:ext>
            </a:extLst>
          </p:cNvPr>
          <p:cNvSpPr txBox="1"/>
          <p:nvPr/>
        </p:nvSpPr>
        <p:spPr>
          <a:xfrm>
            <a:off x="-2252472"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Features of File Systems</a:t>
            </a:r>
          </a:p>
        </p:txBody>
      </p:sp>
      <p:pic>
        <p:nvPicPr>
          <p:cNvPr id="5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49065"/>
            <a:ext cx="4286250" cy="1828800"/>
          </a:xfrm>
          <a:prstGeom prst="rect">
            <a:avLst/>
          </a:prstGeom>
          <a:effectLst>
            <a:outerShdw blurRad="190500" dist="28575" dir="2700000" algn="ctr" rotWithShape="0">
              <a:srgbClr val="000000">
                <a:alpha val="40000"/>
              </a:srgbClr>
            </a:outerShdw>
          </a:effectLst>
        </p:spPr>
      </p:pic>
      <p:sp>
        <p:nvSpPr>
          <p:cNvPr id="541" name="Type a Headline-3">
            <a:extLst>
              <a:ext uri="{FF2B5EF4-FFF2-40B4-BE49-F238E27FC236}">
                <a16:creationId xmlns:a16="http://schemas.microsoft.com/office/drawing/2014/main" id="{111B4A49-B930-4A89-A1CD-6CA2B3D95AED}"/>
              </a:ext>
            </a:extLst>
          </p:cNvPr>
          <p:cNvSpPr txBox="1"/>
          <p:nvPr/>
        </p:nvSpPr>
        <p:spPr>
          <a:xfrm>
            <a:off x="2209800"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Reliability</a:t>
            </a:r>
          </a:p>
        </p:txBody>
      </p:sp>
      <p:pic>
        <p:nvPicPr>
          <p:cNvPr id="54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2209800" y="4330065"/>
            <a:ext cx="457200" cy="457200"/>
          </a:xfrm>
          <a:prstGeom prst="rect">
            <a:avLst/>
          </a:prstGeom>
        </p:spPr>
      </p:pic>
      <p:sp>
        <p:nvSpPr>
          <p:cNvPr id="544" name="-433">
            <a:extLst>
              <a:ext uri="{FF2B5EF4-FFF2-40B4-BE49-F238E27FC236}">
                <a16:creationId xmlns:a16="http://schemas.microsoft.com/office/drawing/2014/main" id="{111B4A49-B930-4A89-A1CD-6CA2B3D95AED}"/>
              </a:ext>
            </a:extLst>
          </p:cNvPr>
          <p:cNvSpPr txBox="1"/>
          <p:nvPr/>
        </p:nvSpPr>
        <p:spPr>
          <a:xfrm>
            <a:off x="220980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3</a:t>
            </a:r>
          </a:p>
        </p:txBody>
      </p:sp>
      <p:pic>
        <p:nvPicPr>
          <p:cNvPr id="54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49065"/>
            <a:ext cx="5716786" cy="4427190"/>
          </a:xfrm>
          <a:prstGeom prst="rect">
            <a:avLst/>
          </a:prstGeom>
          <a:effectLst>
            <a:outerShdw blurRad="190500" dist="28575" dir="2700000" algn="ctr" rotWithShape="0">
              <a:srgbClr val="000000">
                <a:alpha val="40000"/>
              </a:srgbClr>
            </a:outerShdw>
          </a:effectLst>
        </p:spPr>
      </p:pic>
      <p:sp>
        <p:nvSpPr>
          <p:cNvPr id="546" name="Type a Headline-4">
            <a:extLst>
              <a:ext uri="{FF2B5EF4-FFF2-40B4-BE49-F238E27FC236}">
                <a16:creationId xmlns:a16="http://schemas.microsoft.com/office/drawing/2014/main" id="{111B4A49-B930-4A89-A1CD-6CA2B3D95AED}"/>
              </a:ext>
            </a:extLst>
          </p:cNvPr>
          <p:cNvSpPr txBox="1"/>
          <p:nvPr/>
        </p:nvSpPr>
        <p:spPr>
          <a:xfrm>
            <a:off x="6682740" y="5031105"/>
            <a:ext cx="4957762"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Configuring for Performance</a:t>
            </a:r>
          </a:p>
        </p:txBody>
      </p:sp>
      <p:sp>
        <p:nvSpPr>
          <p:cNvPr id="548" name="A brief explanation about the headline-4">
            <a:extLst>
              <a:ext uri="{FF2B5EF4-FFF2-40B4-BE49-F238E27FC236}">
                <a16:creationId xmlns:a16="http://schemas.microsoft.com/office/drawing/2014/main" id="{111B4A49-B930-4A89-A1CD-6CA2B3D95AED}"/>
              </a:ext>
            </a:extLst>
          </p:cNvPr>
          <p:cNvSpPr txBox="1"/>
          <p:nvPr/>
        </p:nvSpPr>
        <p:spPr>
          <a:xfrm>
            <a:off x="6682740" y="5529358"/>
            <a:ext cx="4957762" cy="24384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Performance tuning of file systems includes optimizing parameters, choosing appropriate block sizes, and ensuring efficient I/O operations. These optimizations can significantly enhance system responsiveness and application performance.</a:t>
            </a:r>
          </a:p>
        </p:txBody>
      </p:sp>
      <p:pic>
        <p:nvPicPr>
          <p:cNvPr id="55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682740" y="4345305"/>
            <a:ext cx="457200" cy="457200"/>
          </a:xfrm>
          <a:prstGeom prst="rect">
            <a:avLst/>
          </a:prstGeom>
        </p:spPr>
      </p:pic>
      <p:sp>
        <p:nvSpPr>
          <p:cNvPr id="551" name="-472">
            <a:extLst>
              <a:ext uri="{FF2B5EF4-FFF2-40B4-BE49-F238E27FC236}">
                <a16:creationId xmlns:a16="http://schemas.microsoft.com/office/drawing/2014/main" id="{111B4A49-B930-4A89-A1CD-6CA2B3D95AED}"/>
              </a:ext>
            </a:extLst>
          </p:cNvPr>
          <p:cNvSpPr txBox="1"/>
          <p:nvPr/>
        </p:nvSpPr>
        <p:spPr>
          <a:xfrm>
            <a:off x="6682740" y="434530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4</a:t>
            </a:r>
          </a:p>
        </p:txBody>
      </p:sp>
      <p:pic>
        <p:nvPicPr>
          <p:cNvPr id="5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2179808" y="3949065"/>
            <a:ext cx="4286250" cy="2219325"/>
          </a:xfrm>
          <a:prstGeom prst="rect">
            <a:avLst/>
          </a:prstGeom>
          <a:effectLst>
            <a:outerShdw blurRad="190500" dist="28575" dir="2700000" algn="ctr" rotWithShape="0">
              <a:srgbClr val="000000">
                <a:alpha val="40000"/>
              </a:srgbClr>
            </a:outerShdw>
          </a:effectLst>
        </p:spPr>
      </p:pic>
      <p:sp>
        <p:nvSpPr>
          <p:cNvPr id="553" name="Type a Headline-5">
            <a:extLst>
              <a:ext uri="{FF2B5EF4-FFF2-40B4-BE49-F238E27FC236}">
                <a16:creationId xmlns:a16="http://schemas.microsoft.com/office/drawing/2014/main" id="{111B4A49-B930-4A89-A1CD-6CA2B3D95AED}"/>
              </a:ext>
            </a:extLst>
          </p:cNvPr>
          <p:cNvSpPr txBox="1"/>
          <p:nvPr/>
        </p:nvSpPr>
        <p:spPr>
          <a:xfrm>
            <a:off x="12560808" y="5015865"/>
            <a:ext cx="3557588" cy="781050"/>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Advanced Techniques: RAID Setup</a:t>
            </a:r>
          </a:p>
        </p:txBody>
      </p:sp>
      <p:pic>
        <p:nvPicPr>
          <p:cNvPr id="55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2560808" y="4330065"/>
            <a:ext cx="457200" cy="457200"/>
          </a:xfrm>
          <a:prstGeom prst="rect">
            <a:avLst/>
          </a:prstGeom>
        </p:spPr>
      </p:pic>
      <p:sp>
        <p:nvSpPr>
          <p:cNvPr id="556" name="-497">
            <a:extLst>
              <a:ext uri="{FF2B5EF4-FFF2-40B4-BE49-F238E27FC236}">
                <a16:creationId xmlns:a16="http://schemas.microsoft.com/office/drawing/2014/main" id="{111B4A49-B930-4A89-A1CD-6CA2B3D95AED}"/>
              </a:ext>
            </a:extLst>
          </p:cNvPr>
          <p:cNvSpPr txBox="1"/>
          <p:nvPr/>
        </p:nvSpPr>
        <p:spPr>
          <a:xfrm>
            <a:off x="12560808"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5</a:t>
            </a:r>
          </a:p>
        </p:txBody>
      </p:sp>
      <p:pic>
        <p:nvPicPr>
          <p:cNvPr id="55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16641966" y="3949006"/>
            <a:ext cx="1646039" cy="1733550"/>
          </a:xfrm>
          <a:prstGeom prst="rect">
            <a:avLst/>
          </a:prstGeom>
          <a:effectLst>
            <a:outerShdw blurRad="190500" dist="28575" dir="2700000" algn="ctr" rotWithShape="0">
              <a:srgbClr val="000000">
                <a:alpha val="40000"/>
              </a:srgbClr>
            </a:outerShdw>
          </a:effectLst>
        </p:spPr>
      </p:pic>
      <p:sp>
        <p:nvSpPr>
          <p:cNvPr id="558" name="Type a Headline-6">
            <a:extLst>
              <a:ext uri="{FF2B5EF4-FFF2-40B4-BE49-F238E27FC236}">
                <a16:creationId xmlns:a16="http://schemas.microsoft.com/office/drawing/2014/main" id="{111B4A49-B930-4A89-A1CD-6CA2B3D95AED}"/>
              </a:ext>
            </a:extLst>
          </p:cNvPr>
          <p:cNvSpPr txBox="1"/>
          <p:nvPr/>
        </p:nvSpPr>
        <p:spPr>
          <a:xfrm>
            <a:off x="17023080" y="5015865"/>
            <a:ext cx="355758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30000"/>
                  </a:srgbClr>
                </a:solidFill>
                <a:latin typeface="Inter" panose="00000700000000000000" pitchFamily="2" charset="0"/>
              </a:rPr>
              <a:t>Advanced Techniques: LVM Configuration</a:t>
            </a:r>
          </a:p>
        </p:txBody>
      </p:sp>
      <p:pic>
        <p:nvPicPr>
          <p:cNvPr id="5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7023080" y="4330065"/>
            <a:ext cx="457200" cy="457200"/>
          </a:xfrm>
          <a:prstGeom prst="rect">
            <a:avLst/>
          </a:prstGeom>
        </p:spPr>
      </p:pic>
      <p:sp>
        <p:nvSpPr>
          <p:cNvPr id="561" name="-428">
            <a:extLst>
              <a:ext uri="{FF2B5EF4-FFF2-40B4-BE49-F238E27FC236}">
                <a16:creationId xmlns:a16="http://schemas.microsoft.com/office/drawing/2014/main" id="{111B4A49-B930-4A89-A1CD-6CA2B3D95AED}"/>
              </a:ext>
            </a:extLst>
          </p:cNvPr>
          <p:cNvSpPr txBox="1"/>
          <p:nvPr/>
        </p:nvSpPr>
        <p:spPr>
          <a:xfrm>
            <a:off x="1702308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6</a:t>
            </a:r>
          </a:p>
        </p:txBody>
      </p:sp>
    </p:spTree>
    <p:extLst>
      <p:ext uri="{BB962C8B-B14F-4D97-AF65-F5344CB8AC3E}">
        <p14:creationId xmlns:p14="http://schemas.microsoft.com/office/powerpoint/2010/main" val="3648047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56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56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058590"/>
            <a:ext cx="5486400" cy="228600"/>
          </a:xfrm>
          <a:prstGeom prst="rect">
            <a:avLst/>
          </a:prstGeom>
        </p:spPr>
      </p:pic>
      <p:sp>
        <p:nvSpPr>
          <p:cNvPr id="571" name="Type a Headline-0">
            <a:extLst>
              <a:ext uri="{FF2B5EF4-FFF2-40B4-BE49-F238E27FC236}">
                <a16:creationId xmlns:a16="http://schemas.microsoft.com/office/drawing/2014/main" id="{111B4A49-B930-4A89-A1CD-6CA2B3D95AED}"/>
              </a:ext>
            </a:extLst>
          </p:cNvPr>
          <p:cNvSpPr txBox="1"/>
          <p:nvPr/>
        </p:nvSpPr>
        <p:spPr>
          <a:xfrm>
            <a:off x="762000" y="762000"/>
            <a:ext cx="167973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File System Management Techniques</a:t>
            </a:r>
          </a:p>
        </p:txBody>
      </p:sp>
      <p:sp>
        <p:nvSpPr>
          <p:cNvPr id="573" name="A brief explanation about the headline-0">
            <a:extLst>
              <a:ext uri="{FF2B5EF4-FFF2-40B4-BE49-F238E27FC236}">
                <a16:creationId xmlns:a16="http://schemas.microsoft.com/office/drawing/2014/main" id="{111B4A49-B930-4A89-A1CD-6CA2B3D95AED}"/>
              </a:ext>
            </a:extLst>
          </p:cNvPr>
          <p:cNvSpPr txBox="1"/>
          <p:nvPr/>
        </p:nvSpPr>
        <p:spPr>
          <a:xfrm>
            <a:off x="762000" y="1455420"/>
            <a:ext cx="167973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Techniques for Enhanced Data Handling</a:t>
            </a:r>
          </a:p>
        </p:txBody>
      </p:sp>
      <p:pic>
        <p:nvPicPr>
          <p:cNvPr id="5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2633472" y="3949065"/>
            <a:ext cx="4286250" cy="1828800"/>
          </a:xfrm>
          <a:prstGeom prst="rect">
            <a:avLst/>
          </a:prstGeom>
          <a:effectLst>
            <a:outerShdw blurRad="190500" dist="28575" dir="2700000" algn="ctr" rotWithShape="0">
              <a:srgbClr val="000000">
                <a:alpha val="40000"/>
              </a:srgbClr>
            </a:outerShdw>
          </a:effectLst>
        </p:spPr>
      </p:pic>
      <p:sp>
        <p:nvSpPr>
          <p:cNvPr id="576" name="Type a Headline-3">
            <a:extLst>
              <a:ext uri="{FF2B5EF4-FFF2-40B4-BE49-F238E27FC236}">
                <a16:creationId xmlns:a16="http://schemas.microsoft.com/office/drawing/2014/main" id="{111B4A49-B930-4A89-A1CD-6CA2B3D95AED}"/>
              </a:ext>
            </a:extLst>
          </p:cNvPr>
          <p:cNvSpPr txBox="1"/>
          <p:nvPr/>
        </p:nvSpPr>
        <p:spPr>
          <a:xfrm>
            <a:off x="-2252472"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Reliability</a:t>
            </a:r>
          </a:p>
        </p:txBody>
      </p:sp>
      <p:pic>
        <p:nvPicPr>
          <p:cNvPr id="5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49065"/>
            <a:ext cx="4286250" cy="1828800"/>
          </a:xfrm>
          <a:prstGeom prst="rect">
            <a:avLst/>
          </a:prstGeom>
          <a:effectLst>
            <a:outerShdw blurRad="190500" dist="28575" dir="2700000" algn="ctr" rotWithShape="0">
              <a:srgbClr val="000000">
                <a:alpha val="40000"/>
              </a:srgbClr>
            </a:outerShdw>
          </a:effectLst>
        </p:spPr>
      </p:pic>
      <p:sp>
        <p:nvSpPr>
          <p:cNvPr id="578" name="Type a Headline-4">
            <a:extLst>
              <a:ext uri="{FF2B5EF4-FFF2-40B4-BE49-F238E27FC236}">
                <a16:creationId xmlns:a16="http://schemas.microsoft.com/office/drawing/2014/main" id="{111B4A49-B930-4A89-A1CD-6CA2B3D95AED}"/>
              </a:ext>
            </a:extLst>
          </p:cNvPr>
          <p:cNvSpPr txBox="1"/>
          <p:nvPr/>
        </p:nvSpPr>
        <p:spPr>
          <a:xfrm>
            <a:off x="2209800"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Performance</a:t>
            </a:r>
          </a:p>
        </p:txBody>
      </p:sp>
      <p:pic>
        <p:nvPicPr>
          <p:cNvPr id="58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2209800" y="4330065"/>
            <a:ext cx="457200" cy="457200"/>
          </a:xfrm>
          <a:prstGeom prst="rect">
            <a:avLst/>
          </a:prstGeom>
        </p:spPr>
      </p:pic>
      <p:sp>
        <p:nvSpPr>
          <p:cNvPr id="581" name="-499">
            <a:extLst>
              <a:ext uri="{FF2B5EF4-FFF2-40B4-BE49-F238E27FC236}">
                <a16:creationId xmlns:a16="http://schemas.microsoft.com/office/drawing/2014/main" id="{111B4A49-B930-4A89-A1CD-6CA2B3D95AED}"/>
              </a:ext>
            </a:extLst>
          </p:cNvPr>
          <p:cNvSpPr txBox="1"/>
          <p:nvPr/>
        </p:nvSpPr>
        <p:spPr>
          <a:xfrm>
            <a:off x="220980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4</a:t>
            </a:r>
          </a:p>
        </p:txBody>
      </p:sp>
      <p:pic>
        <p:nvPicPr>
          <p:cNvPr id="58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49006"/>
            <a:ext cx="5716786" cy="4131915"/>
          </a:xfrm>
          <a:prstGeom prst="rect">
            <a:avLst/>
          </a:prstGeom>
          <a:effectLst>
            <a:outerShdw blurRad="190500" dist="28575" dir="2700000" algn="ctr" rotWithShape="0">
              <a:srgbClr val="000000">
                <a:alpha val="40000"/>
              </a:srgbClr>
            </a:outerShdw>
          </a:effectLst>
        </p:spPr>
      </p:pic>
      <p:sp>
        <p:nvSpPr>
          <p:cNvPr id="583" name="Type a Headline-5">
            <a:extLst>
              <a:ext uri="{FF2B5EF4-FFF2-40B4-BE49-F238E27FC236}">
                <a16:creationId xmlns:a16="http://schemas.microsoft.com/office/drawing/2014/main" id="{111B4A49-B930-4A89-A1CD-6CA2B3D95AED}"/>
              </a:ext>
            </a:extLst>
          </p:cNvPr>
          <p:cNvSpPr txBox="1"/>
          <p:nvPr/>
        </p:nvSpPr>
        <p:spPr>
          <a:xfrm>
            <a:off x="6682740" y="5031105"/>
            <a:ext cx="4957762"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Advanced Techniques: RAID Setup</a:t>
            </a:r>
          </a:p>
        </p:txBody>
      </p:sp>
      <p:sp>
        <p:nvSpPr>
          <p:cNvPr id="585" name="A brief explanation about the headline-5">
            <a:extLst>
              <a:ext uri="{FF2B5EF4-FFF2-40B4-BE49-F238E27FC236}">
                <a16:creationId xmlns:a16="http://schemas.microsoft.com/office/drawing/2014/main" id="{111B4A49-B930-4A89-A1CD-6CA2B3D95AED}"/>
              </a:ext>
            </a:extLst>
          </p:cNvPr>
          <p:cNvSpPr txBox="1"/>
          <p:nvPr/>
        </p:nvSpPr>
        <p:spPr>
          <a:xfrm>
            <a:off x="6682740" y="5529358"/>
            <a:ext cx="4957762" cy="215265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79928A">
                    <a:alpha val="100000"/>
                  </a:srgbClr>
                </a:solidFill>
                <a:latin typeface="Inter" panose="00000700000000000000" pitchFamily="2" charset="0"/>
              </a:rPr>
              <a:t>RAID (Redundant Array of Independent Disks) provides various levels of redundancy and performance improvements. Understanding RAID configurations, such as RAID 0, RAID 1, and RAID 5, will help you make informed decisions for data storage solutions.</a:t>
            </a:r>
          </a:p>
        </p:txBody>
      </p:sp>
      <p:pic>
        <p:nvPicPr>
          <p:cNvPr id="5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682740" y="4345305"/>
            <a:ext cx="457200" cy="457200"/>
          </a:xfrm>
          <a:prstGeom prst="rect">
            <a:avLst/>
          </a:prstGeom>
        </p:spPr>
      </p:pic>
      <p:sp>
        <p:nvSpPr>
          <p:cNvPr id="588" name="-411">
            <a:extLst>
              <a:ext uri="{FF2B5EF4-FFF2-40B4-BE49-F238E27FC236}">
                <a16:creationId xmlns:a16="http://schemas.microsoft.com/office/drawing/2014/main" id="{111B4A49-B930-4A89-A1CD-6CA2B3D95AED}"/>
              </a:ext>
            </a:extLst>
          </p:cNvPr>
          <p:cNvSpPr txBox="1"/>
          <p:nvPr/>
        </p:nvSpPr>
        <p:spPr>
          <a:xfrm>
            <a:off x="6682740" y="434530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5</a:t>
            </a:r>
          </a:p>
        </p:txBody>
      </p:sp>
      <p:pic>
        <p:nvPicPr>
          <p:cNvPr id="5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2179808" y="3949065"/>
            <a:ext cx="4286250" cy="2219325"/>
          </a:xfrm>
          <a:prstGeom prst="rect">
            <a:avLst/>
          </a:prstGeom>
          <a:effectLst>
            <a:outerShdw blurRad="190500" dist="28575" dir="2700000" algn="ctr" rotWithShape="0">
              <a:srgbClr val="000000">
                <a:alpha val="40000"/>
              </a:srgbClr>
            </a:outerShdw>
          </a:effectLst>
        </p:spPr>
      </p:pic>
      <p:sp>
        <p:nvSpPr>
          <p:cNvPr id="590" name="Type a Headline-6">
            <a:extLst>
              <a:ext uri="{FF2B5EF4-FFF2-40B4-BE49-F238E27FC236}">
                <a16:creationId xmlns:a16="http://schemas.microsoft.com/office/drawing/2014/main" id="{111B4A49-B930-4A89-A1CD-6CA2B3D95AED}"/>
              </a:ext>
            </a:extLst>
          </p:cNvPr>
          <p:cNvSpPr txBox="1"/>
          <p:nvPr/>
        </p:nvSpPr>
        <p:spPr>
          <a:xfrm>
            <a:off x="12560808" y="5015865"/>
            <a:ext cx="3557588" cy="781050"/>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Advanced Techniques: LVM Configuration</a:t>
            </a:r>
          </a:p>
        </p:txBody>
      </p:sp>
      <p:pic>
        <p:nvPicPr>
          <p:cNvPr id="59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2560808" y="4330065"/>
            <a:ext cx="457200" cy="457200"/>
          </a:xfrm>
          <a:prstGeom prst="rect">
            <a:avLst/>
          </a:prstGeom>
        </p:spPr>
      </p:pic>
      <p:sp>
        <p:nvSpPr>
          <p:cNvPr id="593" name="-488">
            <a:extLst>
              <a:ext uri="{FF2B5EF4-FFF2-40B4-BE49-F238E27FC236}">
                <a16:creationId xmlns:a16="http://schemas.microsoft.com/office/drawing/2014/main" id="{111B4A49-B930-4A89-A1CD-6CA2B3D95AED}"/>
              </a:ext>
            </a:extLst>
          </p:cNvPr>
          <p:cNvSpPr txBox="1"/>
          <p:nvPr/>
        </p:nvSpPr>
        <p:spPr>
          <a:xfrm>
            <a:off x="12560808"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6</a:t>
            </a:r>
          </a:p>
        </p:txBody>
      </p:sp>
    </p:spTree>
    <p:extLst>
      <p:ext uri="{BB962C8B-B14F-4D97-AF65-F5344CB8AC3E}">
        <p14:creationId xmlns:p14="http://schemas.microsoft.com/office/powerpoint/2010/main" val="3648047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182880" y="228600"/>
            <a:ext cx="17832591" cy="9846916"/>
          </a:xfrm>
          <a:prstGeom prst="rect">
            <a:avLst/>
          </a:prstGeom>
        </p:spPr>
      </p:pic>
      <p:pic>
        <p:nvPicPr>
          <p:cNvPr id="5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60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058590"/>
            <a:ext cx="5486400" cy="228600"/>
          </a:xfrm>
          <a:prstGeom prst="rect">
            <a:avLst/>
          </a:prstGeom>
        </p:spPr>
      </p:pic>
      <p:sp>
        <p:nvSpPr>
          <p:cNvPr id="603" name="Type a Headline-0">
            <a:extLst>
              <a:ext uri="{FF2B5EF4-FFF2-40B4-BE49-F238E27FC236}">
                <a16:creationId xmlns:a16="http://schemas.microsoft.com/office/drawing/2014/main" id="{111B4A49-B930-4A89-A1CD-6CA2B3D95AED}"/>
              </a:ext>
            </a:extLst>
          </p:cNvPr>
          <p:cNvSpPr txBox="1"/>
          <p:nvPr/>
        </p:nvSpPr>
        <p:spPr>
          <a:xfrm>
            <a:off x="762000" y="762000"/>
            <a:ext cx="167973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File System Management Techniques</a:t>
            </a:r>
          </a:p>
        </p:txBody>
      </p:sp>
      <p:sp>
        <p:nvSpPr>
          <p:cNvPr id="605" name="A brief explanation about the headline-0">
            <a:extLst>
              <a:ext uri="{FF2B5EF4-FFF2-40B4-BE49-F238E27FC236}">
                <a16:creationId xmlns:a16="http://schemas.microsoft.com/office/drawing/2014/main" id="{111B4A49-B930-4A89-A1CD-6CA2B3D95AED}"/>
              </a:ext>
            </a:extLst>
          </p:cNvPr>
          <p:cNvSpPr txBox="1"/>
          <p:nvPr/>
        </p:nvSpPr>
        <p:spPr>
          <a:xfrm>
            <a:off x="762000" y="1455420"/>
            <a:ext cx="167973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Techniques for Enhanced Data Handling</a:t>
            </a:r>
          </a:p>
        </p:txBody>
      </p:sp>
      <p:pic>
        <p:nvPicPr>
          <p:cNvPr id="6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2633472" y="3949065"/>
            <a:ext cx="4286250" cy="1828800"/>
          </a:xfrm>
          <a:prstGeom prst="rect">
            <a:avLst/>
          </a:prstGeom>
          <a:effectLst>
            <a:outerShdw blurRad="190500" dist="28575" dir="2700000" algn="ctr" rotWithShape="0">
              <a:srgbClr val="000000">
                <a:alpha val="40000"/>
              </a:srgbClr>
            </a:outerShdw>
          </a:effectLst>
        </p:spPr>
      </p:pic>
      <p:sp>
        <p:nvSpPr>
          <p:cNvPr id="608" name="Type a Headline-4">
            <a:extLst>
              <a:ext uri="{FF2B5EF4-FFF2-40B4-BE49-F238E27FC236}">
                <a16:creationId xmlns:a16="http://schemas.microsoft.com/office/drawing/2014/main" id="{111B4A49-B930-4A89-A1CD-6CA2B3D95AED}"/>
              </a:ext>
            </a:extLst>
          </p:cNvPr>
          <p:cNvSpPr txBox="1"/>
          <p:nvPr/>
        </p:nvSpPr>
        <p:spPr>
          <a:xfrm>
            <a:off x="-2252472"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Performance</a:t>
            </a:r>
          </a:p>
        </p:txBody>
      </p:sp>
      <p:pic>
        <p:nvPicPr>
          <p:cNvPr id="60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828800" y="3949065"/>
            <a:ext cx="4286250" cy="2219325"/>
          </a:xfrm>
          <a:prstGeom prst="rect">
            <a:avLst/>
          </a:prstGeom>
          <a:effectLst>
            <a:outerShdw blurRad="190500" dist="28575" dir="2700000" algn="ctr" rotWithShape="0">
              <a:srgbClr val="000000">
                <a:alpha val="40000"/>
              </a:srgbClr>
            </a:outerShdw>
          </a:effectLst>
        </p:spPr>
      </p:pic>
      <p:sp>
        <p:nvSpPr>
          <p:cNvPr id="610" name="Type a Headline-5">
            <a:extLst>
              <a:ext uri="{FF2B5EF4-FFF2-40B4-BE49-F238E27FC236}">
                <a16:creationId xmlns:a16="http://schemas.microsoft.com/office/drawing/2014/main" id="{111B4A49-B930-4A89-A1CD-6CA2B3D95AED}"/>
              </a:ext>
            </a:extLst>
          </p:cNvPr>
          <p:cNvSpPr txBox="1"/>
          <p:nvPr/>
        </p:nvSpPr>
        <p:spPr>
          <a:xfrm>
            <a:off x="2209800" y="5015865"/>
            <a:ext cx="3557588" cy="781050"/>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Advanced Techniques: RAID Setup</a:t>
            </a:r>
          </a:p>
        </p:txBody>
      </p:sp>
      <p:pic>
        <p:nvPicPr>
          <p:cNvPr id="61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mt="30000"/>
          </a:blip>
          <a:stretch/>
        </p:blipFill>
        <p:spPr>
          <a:xfrm>
            <a:off x="2209800" y="4330065"/>
            <a:ext cx="457200" cy="457200"/>
          </a:xfrm>
          <a:prstGeom prst="rect">
            <a:avLst/>
          </a:prstGeom>
        </p:spPr>
      </p:pic>
      <p:sp>
        <p:nvSpPr>
          <p:cNvPr id="613" name="-407">
            <a:extLst>
              <a:ext uri="{FF2B5EF4-FFF2-40B4-BE49-F238E27FC236}">
                <a16:creationId xmlns:a16="http://schemas.microsoft.com/office/drawing/2014/main" id="{111B4A49-B930-4A89-A1CD-6CA2B3D95AED}"/>
              </a:ext>
            </a:extLst>
          </p:cNvPr>
          <p:cNvSpPr txBox="1"/>
          <p:nvPr/>
        </p:nvSpPr>
        <p:spPr>
          <a:xfrm>
            <a:off x="220980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5</a:t>
            </a:r>
          </a:p>
        </p:txBody>
      </p:sp>
      <p:pic>
        <p:nvPicPr>
          <p:cNvPr id="6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286500" y="3949065"/>
            <a:ext cx="5716786" cy="4017615"/>
          </a:xfrm>
          <a:prstGeom prst="rect">
            <a:avLst/>
          </a:prstGeom>
          <a:effectLst>
            <a:outerShdw blurRad="190500" dist="28575" dir="2700000" algn="ctr" rotWithShape="0">
              <a:srgbClr val="000000">
                <a:alpha val="40000"/>
              </a:srgbClr>
            </a:outerShdw>
          </a:effectLst>
        </p:spPr>
      </p:pic>
      <p:sp>
        <p:nvSpPr>
          <p:cNvPr id="615" name="Type a Headline-6">
            <a:extLst>
              <a:ext uri="{FF2B5EF4-FFF2-40B4-BE49-F238E27FC236}">
                <a16:creationId xmlns:a16="http://schemas.microsoft.com/office/drawing/2014/main" id="{111B4A49-B930-4A89-A1CD-6CA2B3D95AED}"/>
              </a:ext>
            </a:extLst>
          </p:cNvPr>
          <p:cNvSpPr txBox="1"/>
          <p:nvPr/>
        </p:nvSpPr>
        <p:spPr>
          <a:xfrm>
            <a:off x="6682740" y="5031105"/>
            <a:ext cx="4957762"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Advanced Techniques: LVM Configuration</a:t>
            </a:r>
          </a:p>
        </p:txBody>
      </p:sp>
      <p:sp>
        <p:nvSpPr>
          <p:cNvPr id="617" name="A brief explanation about the headline-6">
            <a:extLst>
              <a:ext uri="{FF2B5EF4-FFF2-40B4-BE49-F238E27FC236}">
                <a16:creationId xmlns:a16="http://schemas.microsoft.com/office/drawing/2014/main" id="{111B4A49-B930-4A89-A1CD-6CA2B3D95AED}"/>
              </a:ext>
            </a:extLst>
          </p:cNvPr>
          <p:cNvSpPr txBox="1"/>
          <p:nvPr/>
        </p:nvSpPr>
        <p:spPr>
          <a:xfrm>
            <a:off x="6682740" y="5529358"/>
            <a:ext cx="4957762" cy="203835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Logical Volume Management (LVM) allows for flexible disk management. It enables you to create, resize, and manage disk partitions easily, facilitating better storage management and optimization as your needs grow.</a:t>
            </a:r>
          </a:p>
        </p:txBody>
      </p:sp>
      <p:pic>
        <p:nvPicPr>
          <p:cNvPr id="61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6682740" y="4345305"/>
            <a:ext cx="457200" cy="457200"/>
          </a:xfrm>
          <a:prstGeom prst="rect">
            <a:avLst/>
          </a:prstGeom>
        </p:spPr>
      </p:pic>
      <p:sp>
        <p:nvSpPr>
          <p:cNvPr id="620" name="-480">
            <a:extLst>
              <a:ext uri="{FF2B5EF4-FFF2-40B4-BE49-F238E27FC236}">
                <a16:creationId xmlns:a16="http://schemas.microsoft.com/office/drawing/2014/main" id="{111B4A49-B930-4A89-A1CD-6CA2B3D95AED}"/>
              </a:ext>
            </a:extLst>
          </p:cNvPr>
          <p:cNvSpPr txBox="1"/>
          <p:nvPr/>
        </p:nvSpPr>
        <p:spPr>
          <a:xfrm>
            <a:off x="6682740" y="434530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6</a:t>
            </a:r>
          </a:p>
        </p:txBody>
      </p:sp>
    </p:spTree>
    <p:extLst>
      <p:ext uri="{BB962C8B-B14F-4D97-AF65-F5344CB8AC3E}">
        <p14:creationId xmlns:p14="http://schemas.microsoft.com/office/powerpoint/2010/main" val="3648047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6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6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6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534126"/>
            <a:ext cx="171450" cy="171450"/>
          </a:xfrm>
          <a:prstGeom prst="rect">
            <a:avLst/>
          </a:prstGeom>
        </p:spPr>
      </p:pic>
      <p:sp>
        <p:nvSpPr>
          <p:cNvPr id="632" name="Primary Heading-0">
            <a:extLst>
              <a:ext uri="{FF2B5EF4-FFF2-40B4-BE49-F238E27FC236}">
                <a16:creationId xmlns:a16="http://schemas.microsoft.com/office/drawing/2014/main" id="{111B4A49-B930-4A89-A1CD-6CA2B3D95AED}"/>
              </a:ext>
            </a:extLst>
          </p:cNvPr>
          <p:cNvSpPr txBox="1"/>
          <p:nvPr/>
        </p:nvSpPr>
        <p:spPr>
          <a:xfrm>
            <a:off x="1162050" y="2427922"/>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Understanding File System Errors</a:t>
            </a:r>
          </a:p>
        </p:txBody>
      </p:sp>
      <p:sp>
        <p:nvSpPr>
          <p:cNvPr id="634" name="Description of a primary heading-0">
            <a:extLst>
              <a:ext uri="{FF2B5EF4-FFF2-40B4-BE49-F238E27FC236}">
                <a16:creationId xmlns:a16="http://schemas.microsoft.com/office/drawing/2014/main" id="{111B4A49-B930-4A89-A1CD-6CA2B3D95AED}"/>
              </a:ext>
            </a:extLst>
          </p:cNvPr>
          <p:cNvSpPr txBox="1"/>
          <p:nvPr/>
        </p:nvSpPr>
        <p:spPr>
          <a:xfrm>
            <a:off x="1162050" y="2888075"/>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File system errors can lead to data loss and system instability. It is crucial to understand the types of errors that can occur, such as corruption, fragmentation, and misconfiguration. By identifying these issues early, users can take proactive steps to mitigate damage and maintain system integrity.</a:t>
            </a:r>
          </a:p>
        </p:txBody>
      </p:sp>
      <p:pic>
        <p:nvPicPr>
          <p:cNvPr id="6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647819"/>
            <a:ext cx="8115300" cy="19050"/>
          </a:xfrm>
          <a:prstGeom prst="rect">
            <a:avLst/>
          </a:prstGeom>
        </p:spPr>
      </p:pic>
      <p:pic>
        <p:nvPicPr>
          <p:cNvPr id="6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5106448"/>
            <a:ext cx="171450" cy="171450"/>
          </a:xfrm>
          <a:prstGeom prst="rect">
            <a:avLst/>
          </a:prstGeom>
        </p:spPr>
      </p:pic>
      <p:sp>
        <p:nvSpPr>
          <p:cNvPr id="640" name="Primary Heading-1">
            <a:extLst>
              <a:ext uri="{FF2B5EF4-FFF2-40B4-BE49-F238E27FC236}">
                <a16:creationId xmlns:a16="http://schemas.microsoft.com/office/drawing/2014/main" id="{111B4A49-B930-4A89-A1CD-6CA2B3D95AED}"/>
              </a:ext>
            </a:extLst>
          </p:cNvPr>
          <p:cNvSpPr txBox="1"/>
          <p:nvPr/>
        </p:nvSpPr>
        <p:spPr>
          <a:xfrm>
            <a:off x="1162050" y="5000244"/>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Utilizing Diagnostic Tools</a:t>
            </a:r>
          </a:p>
        </p:txBody>
      </p:sp>
      <p:sp>
        <p:nvSpPr>
          <p:cNvPr id="642" name="Description of a primary heading-1">
            <a:extLst>
              <a:ext uri="{FF2B5EF4-FFF2-40B4-BE49-F238E27FC236}">
                <a16:creationId xmlns:a16="http://schemas.microsoft.com/office/drawing/2014/main" id="{111B4A49-B930-4A89-A1CD-6CA2B3D95AED}"/>
              </a:ext>
            </a:extLst>
          </p:cNvPr>
          <p:cNvSpPr txBox="1"/>
          <p:nvPr/>
        </p:nvSpPr>
        <p:spPr>
          <a:xfrm>
            <a:off x="1162050" y="5460397"/>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Tools like fsck and e2fsck are essential for diagnosing file system problems. These utilities check the consistency of the file system and can automatically repair many types of errors, ensuring that the system remains operational and secure. Regular use of these tools is recommended to prevent serious issues.</a:t>
            </a:r>
          </a:p>
        </p:txBody>
      </p:sp>
      <p:pic>
        <p:nvPicPr>
          <p:cNvPr id="64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220236"/>
            <a:ext cx="8115300" cy="19050"/>
          </a:xfrm>
          <a:prstGeom prst="rect">
            <a:avLst/>
          </a:prstGeom>
        </p:spPr>
      </p:pic>
      <p:pic>
        <p:nvPicPr>
          <p:cNvPr id="6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7678864"/>
            <a:ext cx="171450" cy="171450"/>
          </a:xfrm>
          <a:prstGeom prst="rect">
            <a:avLst/>
          </a:prstGeom>
        </p:spPr>
      </p:pic>
      <p:sp>
        <p:nvSpPr>
          <p:cNvPr id="648" name="Primary Heading-2">
            <a:extLst>
              <a:ext uri="{FF2B5EF4-FFF2-40B4-BE49-F238E27FC236}">
                <a16:creationId xmlns:a16="http://schemas.microsoft.com/office/drawing/2014/main" id="{111B4A49-B930-4A89-A1CD-6CA2B3D95AED}"/>
              </a:ext>
            </a:extLst>
          </p:cNvPr>
          <p:cNvSpPr txBox="1"/>
          <p:nvPr/>
        </p:nvSpPr>
        <p:spPr>
          <a:xfrm>
            <a:off x="1162050" y="7572661"/>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Repairing Corrupted File Systems</a:t>
            </a:r>
          </a:p>
        </p:txBody>
      </p:sp>
      <p:sp>
        <p:nvSpPr>
          <p:cNvPr id="650" name="Description of a primary heading-2">
            <a:extLst>
              <a:ext uri="{FF2B5EF4-FFF2-40B4-BE49-F238E27FC236}">
                <a16:creationId xmlns:a16="http://schemas.microsoft.com/office/drawing/2014/main" id="{111B4A49-B930-4A89-A1CD-6CA2B3D95AED}"/>
              </a:ext>
            </a:extLst>
          </p:cNvPr>
          <p:cNvSpPr txBox="1"/>
          <p:nvPr/>
        </p:nvSpPr>
        <p:spPr>
          <a:xfrm>
            <a:off x="1162050" y="8032814"/>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Repairing a corrupted file system is a critical step in maintaining data integrity. By running fsck or e2fsck, users can fix inconsistencies and recover lost information. These repairs can often be performed without data loss, but it's still advisable to back up important files before proceeding.</a:t>
            </a:r>
          </a:p>
        </p:txBody>
      </p:sp>
      <p:pic>
        <p:nvPicPr>
          <p:cNvPr id="6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792557"/>
            <a:ext cx="8115300" cy="19050"/>
          </a:xfrm>
          <a:prstGeom prst="rect">
            <a:avLst/>
          </a:prstGeom>
        </p:spPr>
      </p:pic>
      <p:pic>
        <p:nvPicPr>
          <p:cNvPr id="65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2534126"/>
            <a:ext cx="171450" cy="171450"/>
          </a:xfrm>
          <a:prstGeom prst="rect">
            <a:avLst/>
          </a:prstGeom>
        </p:spPr>
      </p:pic>
      <p:sp>
        <p:nvSpPr>
          <p:cNvPr id="656" name="Primary Heading-3">
            <a:extLst>
              <a:ext uri="{FF2B5EF4-FFF2-40B4-BE49-F238E27FC236}">
                <a16:creationId xmlns:a16="http://schemas.microsoft.com/office/drawing/2014/main" id="{111B4A49-B930-4A89-A1CD-6CA2B3D95AED}"/>
              </a:ext>
            </a:extLst>
          </p:cNvPr>
          <p:cNvSpPr txBox="1"/>
          <p:nvPr/>
        </p:nvSpPr>
        <p:spPr>
          <a:xfrm>
            <a:off x="9810750" y="2427922"/>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Interpreting System Logs</a:t>
            </a:r>
          </a:p>
        </p:txBody>
      </p:sp>
      <p:sp>
        <p:nvSpPr>
          <p:cNvPr id="658" name="Description of a primary heading-3">
            <a:extLst>
              <a:ext uri="{FF2B5EF4-FFF2-40B4-BE49-F238E27FC236}">
                <a16:creationId xmlns:a16="http://schemas.microsoft.com/office/drawing/2014/main" id="{111B4A49-B930-4A89-A1CD-6CA2B3D95AED}"/>
              </a:ext>
            </a:extLst>
          </p:cNvPr>
          <p:cNvSpPr txBox="1"/>
          <p:nvPr/>
        </p:nvSpPr>
        <p:spPr>
          <a:xfrm>
            <a:off x="9810750" y="2888075"/>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System logs are invaluable for diagnosing file system issues. By understanding log messages, users can identify the root cause of problems more effectively. Regularly reviewing logs can provide insights into patterns of failure and help users anticipate future issues.</a:t>
            </a:r>
          </a:p>
        </p:txBody>
      </p:sp>
      <p:pic>
        <p:nvPicPr>
          <p:cNvPr id="6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4647819"/>
            <a:ext cx="8115300" cy="19050"/>
          </a:xfrm>
          <a:prstGeom prst="rect">
            <a:avLst/>
          </a:prstGeom>
        </p:spPr>
      </p:pic>
      <p:pic>
        <p:nvPicPr>
          <p:cNvPr id="6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5106448"/>
            <a:ext cx="171450" cy="171450"/>
          </a:xfrm>
          <a:prstGeom prst="rect">
            <a:avLst/>
          </a:prstGeom>
        </p:spPr>
      </p:pic>
      <p:sp>
        <p:nvSpPr>
          <p:cNvPr id="664" name="Primary Heading-4">
            <a:extLst>
              <a:ext uri="{FF2B5EF4-FFF2-40B4-BE49-F238E27FC236}">
                <a16:creationId xmlns:a16="http://schemas.microsoft.com/office/drawing/2014/main" id="{111B4A49-B930-4A89-A1CD-6CA2B3D95AED}"/>
              </a:ext>
            </a:extLst>
          </p:cNvPr>
          <p:cNvSpPr txBox="1"/>
          <p:nvPr/>
        </p:nvSpPr>
        <p:spPr>
          <a:xfrm>
            <a:off x="9810750" y="5000244"/>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Best Practices for Preventive Maintenance</a:t>
            </a:r>
          </a:p>
        </p:txBody>
      </p:sp>
      <p:sp>
        <p:nvSpPr>
          <p:cNvPr id="666" name="Description of a primary heading-4">
            <a:extLst>
              <a:ext uri="{FF2B5EF4-FFF2-40B4-BE49-F238E27FC236}">
                <a16:creationId xmlns:a16="http://schemas.microsoft.com/office/drawing/2014/main" id="{111B4A49-B930-4A89-A1CD-6CA2B3D95AED}"/>
              </a:ext>
            </a:extLst>
          </p:cNvPr>
          <p:cNvSpPr txBox="1"/>
          <p:nvPr/>
        </p:nvSpPr>
        <p:spPr>
          <a:xfrm>
            <a:off x="9810750" y="5460397"/>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Implementing preventive maintenance can significantly reduce the occurrence of file system errors. Regularly scheduled checks, updates, and backups are essential practices. Educating users about safe file handling and system usage can also prevent many common errors.</a:t>
            </a:r>
          </a:p>
        </p:txBody>
      </p:sp>
      <p:pic>
        <p:nvPicPr>
          <p:cNvPr id="6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7220236"/>
            <a:ext cx="8115300" cy="19050"/>
          </a:xfrm>
          <a:prstGeom prst="rect">
            <a:avLst/>
          </a:prstGeom>
        </p:spPr>
      </p:pic>
      <p:sp>
        <p:nvSpPr>
          <p:cNvPr id="670" name="Click here to edit title-411">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Effective Strategies for File System Troubleshooting</a:t>
            </a:r>
          </a:p>
        </p:txBody>
      </p:sp>
      <p:sp>
        <p:nvSpPr>
          <p:cNvPr id="672" name="Click here to edit subtitle-471">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Essential Techniques for Managing File Systems</a:t>
            </a:r>
          </a:p>
        </p:txBody>
      </p:sp>
    </p:spTree>
    <p:extLst>
      <p:ext uri="{BB962C8B-B14F-4D97-AF65-F5344CB8AC3E}">
        <p14:creationId xmlns:p14="http://schemas.microsoft.com/office/powerpoint/2010/main" val="3648047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6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68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6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534126"/>
            <a:ext cx="171450" cy="171450"/>
          </a:xfrm>
          <a:prstGeom prst="rect">
            <a:avLst/>
          </a:prstGeom>
        </p:spPr>
      </p:pic>
      <p:sp>
        <p:nvSpPr>
          <p:cNvPr id="685" name="Primary Heading-0">
            <a:extLst>
              <a:ext uri="{FF2B5EF4-FFF2-40B4-BE49-F238E27FC236}">
                <a16:creationId xmlns:a16="http://schemas.microsoft.com/office/drawing/2014/main" id="{111B4A49-B930-4A89-A1CD-6CA2B3D95AED}"/>
              </a:ext>
            </a:extLst>
          </p:cNvPr>
          <p:cNvSpPr txBox="1"/>
          <p:nvPr/>
        </p:nvSpPr>
        <p:spPr>
          <a:xfrm>
            <a:off x="1162050" y="2427922"/>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Understanding Access Controls</a:t>
            </a:r>
          </a:p>
        </p:txBody>
      </p:sp>
      <p:sp>
        <p:nvSpPr>
          <p:cNvPr id="687" name="Description of a primary heading-0">
            <a:extLst>
              <a:ext uri="{FF2B5EF4-FFF2-40B4-BE49-F238E27FC236}">
                <a16:creationId xmlns:a16="http://schemas.microsoft.com/office/drawing/2014/main" id="{111B4A49-B930-4A89-A1CD-6CA2B3D95AED}"/>
              </a:ext>
            </a:extLst>
          </p:cNvPr>
          <p:cNvSpPr txBox="1"/>
          <p:nvPr/>
        </p:nvSpPr>
        <p:spPr>
          <a:xfrm>
            <a:off x="1162050" y="2888075"/>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Access controls are essential for defining who can access which resources in a Linux system. They determine permissions based on user roles, enhancing security by restricting unauthorized access and ensuring that users only have access to necessary files and commands.</a:t>
            </a:r>
          </a:p>
        </p:txBody>
      </p:sp>
      <p:pic>
        <p:nvPicPr>
          <p:cNvPr id="6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647819"/>
            <a:ext cx="8115300" cy="19050"/>
          </a:xfrm>
          <a:prstGeom prst="rect">
            <a:avLst/>
          </a:prstGeom>
        </p:spPr>
      </p:pic>
      <p:pic>
        <p:nvPicPr>
          <p:cNvPr id="6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5106448"/>
            <a:ext cx="171450" cy="171450"/>
          </a:xfrm>
          <a:prstGeom prst="rect">
            <a:avLst/>
          </a:prstGeom>
        </p:spPr>
      </p:pic>
      <p:sp>
        <p:nvSpPr>
          <p:cNvPr id="693" name="Primary Heading-1">
            <a:extLst>
              <a:ext uri="{FF2B5EF4-FFF2-40B4-BE49-F238E27FC236}">
                <a16:creationId xmlns:a16="http://schemas.microsoft.com/office/drawing/2014/main" id="{111B4A49-B930-4A89-A1CD-6CA2B3D95AED}"/>
              </a:ext>
            </a:extLst>
          </p:cNvPr>
          <p:cNvSpPr txBox="1"/>
          <p:nvPr/>
        </p:nvSpPr>
        <p:spPr>
          <a:xfrm>
            <a:off x="1162050" y="5000244"/>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Effective Permission Management</a:t>
            </a:r>
          </a:p>
        </p:txBody>
      </p:sp>
      <p:sp>
        <p:nvSpPr>
          <p:cNvPr id="695" name="Description of a primary heading-1">
            <a:extLst>
              <a:ext uri="{FF2B5EF4-FFF2-40B4-BE49-F238E27FC236}">
                <a16:creationId xmlns:a16="http://schemas.microsoft.com/office/drawing/2014/main" id="{111B4A49-B930-4A89-A1CD-6CA2B3D95AED}"/>
              </a:ext>
            </a:extLst>
          </p:cNvPr>
          <p:cNvSpPr txBox="1"/>
          <p:nvPr/>
        </p:nvSpPr>
        <p:spPr>
          <a:xfrm>
            <a:off x="1162050" y="5460397"/>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Managing permissions in Linux involves setting read, write, and execute permissions for files and directories. Using the 'chmod' command, administrators can enforce how users interact with system resources, which is crucial for maintaining system integrity and security.</a:t>
            </a:r>
          </a:p>
        </p:txBody>
      </p:sp>
      <p:pic>
        <p:nvPicPr>
          <p:cNvPr id="69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220236"/>
            <a:ext cx="8115300" cy="19050"/>
          </a:xfrm>
          <a:prstGeom prst="rect">
            <a:avLst/>
          </a:prstGeom>
        </p:spPr>
      </p:pic>
      <p:pic>
        <p:nvPicPr>
          <p:cNvPr id="6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7678864"/>
            <a:ext cx="171450" cy="171450"/>
          </a:xfrm>
          <a:prstGeom prst="rect">
            <a:avLst/>
          </a:prstGeom>
        </p:spPr>
      </p:pic>
      <p:sp>
        <p:nvSpPr>
          <p:cNvPr id="701" name="Primary Heading-2">
            <a:extLst>
              <a:ext uri="{FF2B5EF4-FFF2-40B4-BE49-F238E27FC236}">
                <a16:creationId xmlns:a16="http://schemas.microsoft.com/office/drawing/2014/main" id="{111B4A49-B930-4A89-A1CD-6CA2B3D95AED}"/>
              </a:ext>
            </a:extLst>
          </p:cNvPr>
          <p:cNvSpPr txBox="1"/>
          <p:nvPr/>
        </p:nvSpPr>
        <p:spPr>
          <a:xfrm>
            <a:off x="1162050" y="7572661"/>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Utilizing the sudoers File</a:t>
            </a:r>
          </a:p>
        </p:txBody>
      </p:sp>
      <p:sp>
        <p:nvSpPr>
          <p:cNvPr id="703" name="Description of a primary heading-2">
            <a:extLst>
              <a:ext uri="{FF2B5EF4-FFF2-40B4-BE49-F238E27FC236}">
                <a16:creationId xmlns:a16="http://schemas.microsoft.com/office/drawing/2014/main" id="{111B4A49-B930-4A89-A1CD-6CA2B3D95AED}"/>
              </a:ext>
            </a:extLst>
          </p:cNvPr>
          <p:cNvSpPr txBox="1"/>
          <p:nvPr/>
        </p:nvSpPr>
        <p:spPr>
          <a:xfrm>
            <a:off x="1162050" y="8032814"/>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The sudoers file is a configuration file that defines which users can execute commands as the root user or another user. By editing this file, administrators can grant specific privileges, allowing for controlled access and reducing the risks associated with granting full root access.</a:t>
            </a:r>
          </a:p>
        </p:txBody>
      </p:sp>
      <p:pic>
        <p:nvPicPr>
          <p:cNvPr id="70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792557"/>
            <a:ext cx="8115300" cy="19050"/>
          </a:xfrm>
          <a:prstGeom prst="rect">
            <a:avLst/>
          </a:prstGeom>
        </p:spPr>
      </p:pic>
      <p:pic>
        <p:nvPicPr>
          <p:cNvPr id="7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2534126"/>
            <a:ext cx="171450" cy="171450"/>
          </a:xfrm>
          <a:prstGeom prst="rect">
            <a:avLst/>
          </a:prstGeom>
        </p:spPr>
      </p:pic>
      <p:sp>
        <p:nvSpPr>
          <p:cNvPr id="709" name="Primary Heading-3">
            <a:extLst>
              <a:ext uri="{FF2B5EF4-FFF2-40B4-BE49-F238E27FC236}">
                <a16:creationId xmlns:a16="http://schemas.microsoft.com/office/drawing/2014/main" id="{111B4A49-B930-4A89-A1CD-6CA2B3D95AED}"/>
              </a:ext>
            </a:extLst>
          </p:cNvPr>
          <p:cNvSpPr txBox="1"/>
          <p:nvPr/>
        </p:nvSpPr>
        <p:spPr>
          <a:xfrm>
            <a:off x="9810750" y="2427922"/>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User and Group Creation</a:t>
            </a:r>
          </a:p>
        </p:txBody>
      </p:sp>
      <p:sp>
        <p:nvSpPr>
          <p:cNvPr id="711" name="Description of a primary heading-3">
            <a:extLst>
              <a:ext uri="{FF2B5EF4-FFF2-40B4-BE49-F238E27FC236}">
                <a16:creationId xmlns:a16="http://schemas.microsoft.com/office/drawing/2014/main" id="{111B4A49-B930-4A89-A1CD-6CA2B3D95AED}"/>
              </a:ext>
            </a:extLst>
          </p:cNvPr>
          <p:cNvSpPr txBox="1"/>
          <p:nvPr/>
        </p:nvSpPr>
        <p:spPr>
          <a:xfrm>
            <a:off x="9810750" y="2888075"/>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Creating users and groups is fundamental in managing a Linux system. Administrators can use commands like 'useradd' and 'groupadd' to define user roles and group memberships, ensuring that users are organized and permissions are easily managed based on their roles.</a:t>
            </a:r>
          </a:p>
        </p:txBody>
      </p:sp>
      <p:pic>
        <p:nvPicPr>
          <p:cNvPr id="71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4647819"/>
            <a:ext cx="8115300" cy="19050"/>
          </a:xfrm>
          <a:prstGeom prst="rect">
            <a:avLst/>
          </a:prstGeom>
        </p:spPr>
      </p:pic>
      <p:pic>
        <p:nvPicPr>
          <p:cNvPr id="71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5106448"/>
            <a:ext cx="171450" cy="171450"/>
          </a:xfrm>
          <a:prstGeom prst="rect">
            <a:avLst/>
          </a:prstGeom>
        </p:spPr>
      </p:pic>
      <p:sp>
        <p:nvSpPr>
          <p:cNvPr id="717" name="Primary Heading-4">
            <a:extLst>
              <a:ext uri="{FF2B5EF4-FFF2-40B4-BE49-F238E27FC236}">
                <a16:creationId xmlns:a16="http://schemas.microsoft.com/office/drawing/2014/main" id="{111B4A49-B930-4A89-A1CD-6CA2B3D95AED}"/>
              </a:ext>
            </a:extLst>
          </p:cNvPr>
          <p:cNvSpPr txBox="1"/>
          <p:nvPr/>
        </p:nvSpPr>
        <p:spPr>
          <a:xfrm>
            <a:off x="9810750" y="5000244"/>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Monitoring User Activity</a:t>
            </a:r>
          </a:p>
        </p:txBody>
      </p:sp>
      <p:sp>
        <p:nvSpPr>
          <p:cNvPr id="719" name="Description of a primary heading-4">
            <a:extLst>
              <a:ext uri="{FF2B5EF4-FFF2-40B4-BE49-F238E27FC236}">
                <a16:creationId xmlns:a16="http://schemas.microsoft.com/office/drawing/2014/main" id="{111B4A49-B930-4A89-A1CD-6CA2B3D95AED}"/>
              </a:ext>
            </a:extLst>
          </p:cNvPr>
          <p:cNvSpPr txBox="1"/>
          <p:nvPr/>
        </p:nvSpPr>
        <p:spPr>
          <a:xfrm>
            <a:off x="9810750" y="5460397"/>
            <a:ext cx="7748588" cy="107632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Regularly monitoring user activity is vital for security. Tools like 'last' and 'who' can provide insights into user logins and system access, allowing administrators to detect unusual activity and respond proactively to potential security threats.</a:t>
            </a:r>
          </a:p>
        </p:txBody>
      </p:sp>
      <p:pic>
        <p:nvPicPr>
          <p:cNvPr id="72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6863620"/>
            <a:ext cx="8115300" cy="19050"/>
          </a:xfrm>
          <a:prstGeom prst="rect">
            <a:avLst/>
          </a:prstGeom>
        </p:spPr>
      </p:pic>
      <p:sp>
        <p:nvSpPr>
          <p:cNvPr id="723" name="Click here to edit title-469">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User and Group Management in Linux</a:t>
            </a:r>
          </a:p>
        </p:txBody>
      </p:sp>
      <p:sp>
        <p:nvSpPr>
          <p:cNvPr id="725" name="Click here to edit subtitle-445">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Concepts and Tools for Managing Users</a:t>
            </a:r>
          </a:p>
        </p:txBody>
      </p:sp>
    </p:spTree>
    <p:extLst>
      <p:ext uri="{BB962C8B-B14F-4D97-AF65-F5344CB8AC3E}">
        <p14:creationId xmlns:p14="http://schemas.microsoft.com/office/powerpoint/2010/main" val="3648047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7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7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sp>
        <p:nvSpPr>
          <p:cNvPr id="736" name="Primary Heading-0">
            <a:extLst>
              <a:ext uri="{FF2B5EF4-FFF2-40B4-BE49-F238E27FC236}">
                <a16:creationId xmlns:a16="http://schemas.microsoft.com/office/drawing/2014/main" id="{111B4A49-B930-4A89-A1CD-6CA2B3D95AED}"/>
              </a:ext>
            </a:extLst>
          </p:cNvPr>
          <p:cNvSpPr txBox="1"/>
          <p:nvPr/>
        </p:nvSpPr>
        <p:spPr>
          <a:xfrm>
            <a:off x="762000" y="4067175"/>
            <a:ext cx="2833688" cy="781050"/>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Controlling Active Processes</a:t>
            </a:r>
          </a:p>
        </p:txBody>
      </p:sp>
      <p:sp>
        <p:nvSpPr>
          <p:cNvPr id="738" name="Description of a primary heading-0">
            <a:extLst>
              <a:ext uri="{FF2B5EF4-FFF2-40B4-BE49-F238E27FC236}">
                <a16:creationId xmlns:a16="http://schemas.microsoft.com/office/drawing/2014/main" id="{111B4A49-B930-4A89-A1CD-6CA2B3D95AED}"/>
              </a:ext>
            </a:extLst>
          </p:cNvPr>
          <p:cNvSpPr txBox="1"/>
          <p:nvPr/>
        </p:nvSpPr>
        <p:spPr>
          <a:xfrm>
            <a:off x="762000" y="4987480"/>
            <a:ext cx="2833688"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In Linux, controlling active processes is vital for system stability. This involves monitoring processes to ensure they run smoothly and terminate any that may be malfunctioning to prevent system slowdowns or crashes.</a:t>
            </a:r>
          </a:p>
        </p:txBody>
      </p:sp>
      <p:pic>
        <p:nvPicPr>
          <p:cNvPr id="7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3899445" y="3686175"/>
            <a:ext cx="19050" cy="4514850"/>
          </a:xfrm>
          <a:prstGeom prst="rect">
            <a:avLst/>
          </a:prstGeom>
        </p:spPr>
      </p:pic>
      <p:sp>
        <p:nvSpPr>
          <p:cNvPr id="742" name="Primary Heading-1">
            <a:extLst>
              <a:ext uri="{FF2B5EF4-FFF2-40B4-BE49-F238E27FC236}">
                <a16:creationId xmlns:a16="http://schemas.microsoft.com/office/drawing/2014/main" id="{111B4A49-B930-4A89-A1CD-6CA2B3D95AED}"/>
              </a:ext>
            </a:extLst>
          </p:cNvPr>
          <p:cNvSpPr txBox="1"/>
          <p:nvPr/>
        </p:nvSpPr>
        <p:spPr>
          <a:xfrm>
            <a:off x="4251960" y="4067175"/>
            <a:ext cx="2833688" cy="390525"/>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Setting CPU Priorities</a:t>
            </a:r>
          </a:p>
        </p:txBody>
      </p:sp>
      <p:sp>
        <p:nvSpPr>
          <p:cNvPr id="744" name="Description of a primary heading-1">
            <a:extLst>
              <a:ext uri="{FF2B5EF4-FFF2-40B4-BE49-F238E27FC236}">
                <a16:creationId xmlns:a16="http://schemas.microsoft.com/office/drawing/2014/main" id="{111B4A49-B930-4A89-A1CD-6CA2B3D95AED}"/>
              </a:ext>
            </a:extLst>
          </p:cNvPr>
          <p:cNvSpPr txBox="1"/>
          <p:nvPr/>
        </p:nvSpPr>
        <p:spPr>
          <a:xfrm>
            <a:off x="4251960" y="4603528"/>
            <a:ext cx="2833688" cy="3219450"/>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Setting CPU priorities allows you to allocate resources efficiently based on the importance of each process. This prioritization ensures that critical tasks receive the necessary processing power, improving overall system performance.</a:t>
            </a:r>
          </a:p>
        </p:txBody>
      </p:sp>
      <p:pic>
        <p:nvPicPr>
          <p:cNvPr id="7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389495" y="3686175"/>
            <a:ext cx="19050" cy="4514850"/>
          </a:xfrm>
          <a:prstGeom prst="rect">
            <a:avLst/>
          </a:prstGeom>
        </p:spPr>
      </p:pic>
      <p:sp>
        <p:nvSpPr>
          <p:cNvPr id="748" name="Primary Heading-2">
            <a:extLst>
              <a:ext uri="{FF2B5EF4-FFF2-40B4-BE49-F238E27FC236}">
                <a16:creationId xmlns:a16="http://schemas.microsoft.com/office/drawing/2014/main" id="{111B4A49-B930-4A89-A1CD-6CA2B3D95AED}"/>
              </a:ext>
            </a:extLst>
          </p:cNvPr>
          <p:cNvSpPr txBox="1"/>
          <p:nvPr/>
        </p:nvSpPr>
        <p:spPr>
          <a:xfrm>
            <a:off x="7741920" y="4067175"/>
            <a:ext cx="2833688" cy="781050"/>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Scheduling Tasks with Cron</a:t>
            </a:r>
          </a:p>
        </p:txBody>
      </p:sp>
      <p:sp>
        <p:nvSpPr>
          <p:cNvPr id="750" name="Description of a primary heading-2">
            <a:extLst>
              <a:ext uri="{FF2B5EF4-FFF2-40B4-BE49-F238E27FC236}">
                <a16:creationId xmlns:a16="http://schemas.microsoft.com/office/drawing/2014/main" id="{111B4A49-B930-4A89-A1CD-6CA2B3D95AED}"/>
              </a:ext>
            </a:extLst>
          </p:cNvPr>
          <p:cNvSpPr txBox="1"/>
          <p:nvPr/>
        </p:nvSpPr>
        <p:spPr>
          <a:xfrm>
            <a:off x="7741920" y="4987480"/>
            <a:ext cx="2833688"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The cron tool is essential for automating repetitive tasks in Linux. By scheduling scripts or commands to run at specified intervals, users can optimize system performance and free up resources for other tasks.</a:t>
            </a:r>
          </a:p>
        </p:txBody>
      </p:sp>
      <p:pic>
        <p:nvPicPr>
          <p:cNvPr id="7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879455" y="3686175"/>
            <a:ext cx="19050" cy="4514850"/>
          </a:xfrm>
          <a:prstGeom prst="rect">
            <a:avLst/>
          </a:prstGeom>
        </p:spPr>
      </p:pic>
      <p:sp>
        <p:nvSpPr>
          <p:cNvPr id="754" name="Primary Heading-3">
            <a:extLst>
              <a:ext uri="{FF2B5EF4-FFF2-40B4-BE49-F238E27FC236}">
                <a16:creationId xmlns:a16="http://schemas.microsoft.com/office/drawing/2014/main" id="{111B4A49-B930-4A89-A1CD-6CA2B3D95AED}"/>
              </a:ext>
            </a:extLst>
          </p:cNvPr>
          <p:cNvSpPr txBox="1"/>
          <p:nvPr/>
        </p:nvSpPr>
        <p:spPr>
          <a:xfrm>
            <a:off x="11231880" y="4067175"/>
            <a:ext cx="2833688" cy="781050"/>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Using At for One-Time Scheduling</a:t>
            </a:r>
          </a:p>
        </p:txBody>
      </p:sp>
      <p:sp>
        <p:nvSpPr>
          <p:cNvPr id="756" name="Description of a primary heading-3">
            <a:extLst>
              <a:ext uri="{FF2B5EF4-FFF2-40B4-BE49-F238E27FC236}">
                <a16:creationId xmlns:a16="http://schemas.microsoft.com/office/drawing/2014/main" id="{111B4A49-B930-4A89-A1CD-6CA2B3D95AED}"/>
              </a:ext>
            </a:extLst>
          </p:cNvPr>
          <p:cNvSpPr txBox="1"/>
          <p:nvPr/>
        </p:nvSpPr>
        <p:spPr>
          <a:xfrm>
            <a:off x="11231880" y="4987480"/>
            <a:ext cx="2833688"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At is a command that allows users to schedule tasks to run once at a specific time. This is particularly useful for running maintenance scripts or updates without user intervention, ensuring timely execution of important tasks.</a:t>
            </a:r>
          </a:p>
        </p:txBody>
      </p:sp>
      <p:pic>
        <p:nvPicPr>
          <p:cNvPr id="7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4369415" y="3686175"/>
            <a:ext cx="19050" cy="4514850"/>
          </a:xfrm>
          <a:prstGeom prst="rect">
            <a:avLst/>
          </a:prstGeom>
        </p:spPr>
      </p:pic>
      <p:sp>
        <p:nvSpPr>
          <p:cNvPr id="760" name="Primary Heading-4">
            <a:extLst>
              <a:ext uri="{FF2B5EF4-FFF2-40B4-BE49-F238E27FC236}">
                <a16:creationId xmlns:a16="http://schemas.microsoft.com/office/drawing/2014/main" id="{111B4A49-B930-4A89-A1CD-6CA2B3D95AED}"/>
              </a:ext>
            </a:extLst>
          </p:cNvPr>
          <p:cNvSpPr txBox="1"/>
          <p:nvPr/>
        </p:nvSpPr>
        <p:spPr>
          <a:xfrm>
            <a:off x="14721840" y="4067175"/>
            <a:ext cx="2833688" cy="781050"/>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Importance for Optimal System Performance</a:t>
            </a:r>
          </a:p>
        </p:txBody>
      </p:sp>
      <p:sp>
        <p:nvSpPr>
          <p:cNvPr id="762" name="Description of a primary heading-4">
            <a:extLst>
              <a:ext uri="{FF2B5EF4-FFF2-40B4-BE49-F238E27FC236}">
                <a16:creationId xmlns:a16="http://schemas.microsoft.com/office/drawing/2014/main" id="{111B4A49-B930-4A89-A1CD-6CA2B3D95AED}"/>
              </a:ext>
            </a:extLst>
          </p:cNvPr>
          <p:cNvSpPr txBox="1"/>
          <p:nvPr/>
        </p:nvSpPr>
        <p:spPr>
          <a:xfrm>
            <a:off x="14721840" y="4987480"/>
            <a:ext cx="2833688" cy="3219450"/>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Effective process management and scheduling directly impact system performance. By controlling processes and scheduling tasks appropriately, Linux ensures efficient resource utilization, leading to a more responsive and stable computing environment.</a:t>
            </a:r>
          </a:p>
        </p:txBody>
      </p:sp>
      <p:sp>
        <p:nvSpPr>
          <p:cNvPr id="764" name="Click here to edit title-424">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Process Management in Linux</a:t>
            </a:r>
          </a:p>
        </p:txBody>
      </p:sp>
      <p:sp>
        <p:nvSpPr>
          <p:cNvPr id="766" name="Click here to edit subtitle-439">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Components and Tools</a:t>
            </a:r>
          </a:p>
        </p:txBody>
      </p:sp>
    </p:spTree>
    <p:extLst>
      <p:ext uri="{BB962C8B-B14F-4D97-AF65-F5344CB8AC3E}">
        <p14:creationId xmlns:p14="http://schemas.microsoft.com/office/powerpoint/2010/main" val="3648047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77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7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7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0" y="6343650"/>
            <a:ext cx="6096000" cy="3943350"/>
          </a:xfrm>
          <a:prstGeom prst="rect">
            <a:avLst/>
          </a:prstGeom>
        </p:spPr>
      </p:pic>
      <p:sp>
        <p:nvSpPr>
          <p:cNvPr id="779" name="Primary Heading-0">
            <a:extLst>
              <a:ext uri="{FF2B5EF4-FFF2-40B4-BE49-F238E27FC236}">
                <a16:creationId xmlns:a16="http://schemas.microsoft.com/office/drawing/2014/main" id="{111B4A49-B930-4A89-A1CD-6CA2B3D95AED}"/>
              </a:ext>
            </a:extLst>
          </p:cNvPr>
          <p:cNvSpPr txBox="1"/>
          <p:nvPr/>
        </p:nvSpPr>
        <p:spPr>
          <a:xfrm>
            <a:off x="449580" y="8034623"/>
            <a:ext cx="5233988" cy="571500"/>
          </a:xfrm>
          <a:prstGeom prst="rect">
            <a:avLst/>
          </a:prstGeom>
          <a:noFill/>
        </p:spPr>
        <p:txBody>
          <a:bodyPr vertOverflow="clip" horzOverflow="clip" wrap="square" lIns="0" tIns="0" rIns="0" bIns="0" rtlCol="0" anchor="t">
            <a:spAutoFit/>
          </a:bodyPr>
          <a:lstStyle/>
          <a:p>
            <a:pPr algn="ctr">
              <a:lnSpc>
                <a:spcPts val="4422"/>
              </a:lnSpc>
            </a:pPr>
            <a:r>
              <a:rPr lang="en-US" sz="3300" b="1" spc="-116" dirty="0">
                <a:solidFill>
                  <a:srgbClr val="FFFFFF">
                    <a:alpha val="100000"/>
                  </a:srgbClr>
                </a:solidFill>
                <a:latin typeface="Inter" panose="00000700000000000000" pitchFamily="2" charset="0"/>
              </a:rPr>
              <a:t>Load Balancing</a:t>
            </a:r>
          </a:p>
        </p:txBody>
      </p:sp>
      <p:sp>
        <p:nvSpPr>
          <p:cNvPr id="781" name="Description of a primary heading-0">
            <a:extLst>
              <a:ext uri="{FF2B5EF4-FFF2-40B4-BE49-F238E27FC236}">
                <a16:creationId xmlns:a16="http://schemas.microsoft.com/office/drawing/2014/main" id="{111B4A49-B930-4A89-A1CD-6CA2B3D95AED}"/>
              </a:ext>
            </a:extLst>
          </p:cNvPr>
          <p:cNvSpPr txBox="1"/>
          <p:nvPr/>
        </p:nvSpPr>
        <p:spPr>
          <a:xfrm>
            <a:off x="449580" y="2945606"/>
            <a:ext cx="5233988"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Load balancing is a critical optimization technique that distributes workloads evenly across servers. This helps prevent any single server from becoming a bottleneck, ensuring that resources are utilized efficiently and system performance remains optimal. By dynamically adjusting the traffic distribution based on current loads, organizations can improve their overall response times and user satisfaction.</a:t>
            </a:r>
          </a:p>
        </p:txBody>
      </p:sp>
      <p:pic>
        <p:nvPicPr>
          <p:cNvPr id="7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096000" y="2400300"/>
            <a:ext cx="6096000" cy="3943350"/>
          </a:xfrm>
          <a:prstGeom prst="rect">
            <a:avLst/>
          </a:prstGeom>
        </p:spPr>
      </p:pic>
      <p:sp>
        <p:nvSpPr>
          <p:cNvPr id="785" name="Primary Heading-1">
            <a:extLst>
              <a:ext uri="{FF2B5EF4-FFF2-40B4-BE49-F238E27FC236}">
                <a16:creationId xmlns:a16="http://schemas.microsoft.com/office/drawing/2014/main" id="{111B4A49-B930-4A89-A1CD-6CA2B3D95AED}"/>
              </a:ext>
            </a:extLst>
          </p:cNvPr>
          <p:cNvSpPr txBox="1"/>
          <p:nvPr/>
        </p:nvSpPr>
        <p:spPr>
          <a:xfrm>
            <a:off x="6545580" y="4091178"/>
            <a:ext cx="5233988" cy="571500"/>
          </a:xfrm>
          <a:prstGeom prst="rect">
            <a:avLst/>
          </a:prstGeom>
          <a:noFill/>
        </p:spPr>
        <p:txBody>
          <a:bodyPr vertOverflow="clip" horzOverflow="clip" wrap="square" lIns="0" tIns="0" rIns="0" bIns="0" rtlCol="0" anchor="t">
            <a:spAutoFit/>
          </a:bodyPr>
          <a:lstStyle/>
          <a:p>
            <a:pPr algn="ctr">
              <a:lnSpc>
                <a:spcPts val="4422"/>
              </a:lnSpc>
            </a:pPr>
            <a:r>
              <a:rPr lang="en-US" sz="3300" b="1" spc="-116" dirty="0">
                <a:solidFill>
                  <a:srgbClr val="FFFFFF">
                    <a:alpha val="100000"/>
                  </a:srgbClr>
                </a:solidFill>
                <a:latin typeface="Inter" panose="00000700000000000000" pitchFamily="2" charset="0"/>
              </a:rPr>
              <a:t>Resource Allocation</a:t>
            </a:r>
          </a:p>
        </p:txBody>
      </p:sp>
      <p:sp>
        <p:nvSpPr>
          <p:cNvPr id="787" name="Description of a primary heading-1">
            <a:extLst>
              <a:ext uri="{FF2B5EF4-FFF2-40B4-BE49-F238E27FC236}">
                <a16:creationId xmlns:a16="http://schemas.microsoft.com/office/drawing/2014/main" id="{111B4A49-B930-4A89-A1CD-6CA2B3D95AED}"/>
              </a:ext>
            </a:extLst>
          </p:cNvPr>
          <p:cNvSpPr txBox="1"/>
          <p:nvPr/>
        </p:nvSpPr>
        <p:spPr>
          <a:xfrm>
            <a:off x="6545580" y="6888956"/>
            <a:ext cx="5233988"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Effective resource allocation involves assigning the right amount of computing power, storage, and memory to various processes and applications. This ensures that high-priority tasks receive the necessary resources to operate efficiently while minimizing waste. Proper allocation leads to better performance metrics and can significantly enhance the user experience by reducing wait times and increasing application responsiveness.</a:t>
            </a:r>
          </a:p>
        </p:txBody>
      </p:sp>
      <p:pic>
        <p:nvPicPr>
          <p:cNvPr id="7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2192000" y="6343650"/>
            <a:ext cx="6096000" cy="3943350"/>
          </a:xfrm>
          <a:prstGeom prst="rect">
            <a:avLst/>
          </a:prstGeom>
        </p:spPr>
      </p:pic>
      <p:sp>
        <p:nvSpPr>
          <p:cNvPr id="791" name="Primary Heading-2">
            <a:extLst>
              <a:ext uri="{FF2B5EF4-FFF2-40B4-BE49-F238E27FC236}">
                <a16:creationId xmlns:a16="http://schemas.microsoft.com/office/drawing/2014/main" id="{111B4A49-B930-4A89-A1CD-6CA2B3D95AED}"/>
              </a:ext>
            </a:extLst>
          </p:cNvPr>
          <p:cNvSpPr txBox="1"/>
          <p:nvPr/>
        </p:nvSpPr>
        <p:spPr>
          <a:xfrm>
            <a:off x="12641580" y="8034623"/>
            <a:ext cx="5233988" cy="571500"/>
          </a:xfrm>
          <a:prstGeom prst="rect">
            <a:avLst/>
          </a:prstGeom>
          <a:noFill/>
        </p:spPr>
        <p:txBody>
          <a:bodyPr vertOverflow="clip" horzOverflow="clip" wrap="square" lIns="0" tIns="0" rIns="0" bIns="0" rtlCol="0" anchor="t">
            <a:spAutoFit/>
          </a:bodyPr>
          <a:lstStyle/>
          <a:p>
            <a:pPr algn="ctr">
              <a:lnSpc>
                <a:spcPts val="4422"/>
              </a:lnSpc>
            </a:pPr>
            <a:r>
              <a:rPr lang="en-US" sz="3300" b="1" spc="-116" dirty="0">
                <a:solidFill>
                  <a:srgbClr val="FFFFFF">
                    <a:alpha val="100000"/>
                  </a:srgbClr>
                </a:solidFill>
                <a:latin typeface="Inter" panose="00000700000000000000" pitchFamily="2" charset="0"/>
              </a:rPr>
              <a:t>Monitoring Tools: top and htop</a:t>
            </a:r>
          </a:p>
        </p:txBody>
      </p:sp>
      <p:sp>
        <p:nvSpPr>
          <p:cNvPr id="793" name="Description of a primary heading-2">
            <a:extLst>
              <a:ext uri="{FF2B5EF4-FFF2-40B4-BE49-F238E27FC236}">
                <a16:creationId xmlns:a16="http://schemas.microsoft.com/office/drawing/2014/main" id="{111B4A49-B930-4A89-A1CD-6CA2B3D95AED}"/>
              </a:ext>
            </a:extLst>
          </p:cNvPr>
          <p:cNvSpPr txBox="1"/>
          <p:nvPr/>
        </p:nvSpPr>
        <p:spPr>
          <a:xfrm>
            <a:off x="12641580" y="2945606"/>
            <a:ext cx="5233988"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Utilizing monitoring tools such as 'top' and 'htop' offers valuable insights into system performance by displaying real-time data on resource usage. These tools allow administrators to identify processes consuming excessive resources and take corrective actions quickly. This proactive management is essential for maintaining system health and ensuring processes run smoothly without interruptions.</a:t>
            </a:r>
          </a:p>
        </p:txBody>
      </p:sp>
      <p:sp>
        <p:nvSpPr>
          <p:cNvPr id="795" name="Click here to edit title-408">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Optimization Techniques for System Performance</a:t>
            </a:r>
          </a:p>
        </p:txBody>
      </p:sp>
      <p:sp>
        <p:nvSpPr>
          <p:cNvPr id="797" name="Click here to edit subtitle-401">
            <a:extLst>
              <a:ext uri="{FF2B5EF4-FFF2-40B4-BE49-F238E27FC236}">
                <a16:creationId xmlns:a16="http://schemas.microsoft.com/office/drawing/2014/main" id="{111B4A49-B930-4A89-A1CD-6CA2B3D95AED}"/>
              </a:ext>
            </a:extLst>
          </p:cNvPr>
          <p:cNvSpPr txBox="1"/>
          <p:nvPr/>
        </p:nvSpPr>
        <p:spPr>
          <a:xfrm>
            <a:off x="762000" y="15240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Effective Strategies for Process Management</a:t>
            </a:r>
          </a:p>
        </p:txBody>
      </p:sp>
    </p:spTree>
    <p:extLst>
      <p:ext uri="{BB962C8B-B14F-4D97-AF65-F5344CB8AC3E}">
        <p14:creationId xmlns:p14="http://schemas.microsoft.com/office/powerpoint/2010/main" val="3648047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80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8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80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476024"/>
            <a:ext cx="419100" cy="419100"/>
          </a:xfrm>
          <a:prstGeom prst="rect">
            <a:avLst/>
          </a:prstGeom>
        </p:spPr>
      </p:pic>
      <p:sp>
        <p:nvSpPr>
          <p:cNvPr id="810" name="-0">
            <a:extLst>
              <a:ext uri="{FF2B5EF4-FFF2-40B4-BE49-F238E27FC236}">
                <a16:creationId xmlns:a16="http://schemas.microsoft.com/office/drawing/2014/main" id="{111B4A49-B930-4A89-A1CD-6CA2B3D95AED}"/>
              </a:ext>
            </a:extLst>
          </p:cNvPr>
          <p:cNvSpPr txBox="1"/>
          <p:nvPr/>
        </p:nvSpPr>
        <p:spPr>
          <a:xfrm>
            <a:off x="901065" y="2465546"/>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1</a:t>
            </a:r>
          </a:p>
        </p:txBody>
      </p:sp>
      <p:sp>
        <p:nvSpPr>
          <p:cNvPr id="812" name="Primary Heading-0">
            <a:extLst>
              <a:ext uri="{FF2B5EF4-FFF2-40B4-BE49-F238E27FC236}">
                <a16:creationId xmlns:a16="http://schemas.microsoft.com/office/drawing/2014/main" id="{111B4A49-B930-4A89-A1CD-6CA2B3D95AED}"/>
              </a:ext>
            </a:extLst>
          </p:cNvPr>
          <p:cNvSpPr txBox="1"/>
          <p:nvPr/>
        </p:nvSpPr>
        <p:spPr>
          <a:xfrm>
            <a:off x="1409700" y="2476024"/>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Understanding Resource Allocation</a:t>
            </a:r>
          </a:p>
        </p:txBody>
      </p:sp>
      <p:sp>
        <p:nvSpPr>
          <p:cNvPr id="814" name="Description of a primary heading-0">
            <a:extLst>
              <a:ext uri="{FF2B5EF4-FFF2-40B4-BE49-F238E27FC236}">
                <a16:creationId xmlns:a16="http://schemas.microsoft.com/office/drawing/2014/main" id="{111B4A49-B930-4A89-A1CD-6CA2B3D95AED}"/>
              </a:ext>
            </a:extLst>
          </p:cNvPr>
          <p:cNvSpPr txBox="1"/>
          <p:nvPr/>
        </p:nvSpPr>
        <p:spPr>
          <a:xfrm>
            <a:off x="1409700" y="2841784"/>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Resource allocation is critical for optimizing the performance of cloud-based Linux applications. It involves assigning CPU, memory, and storage resources efficiently to ensure that applications run smoothly and can scale as needed. Mismanagement can lead to bottlenecks and degraded performance.</a:t>
            </a:r>
          </a:p>
        </p:txBody>
      </p:sp>
      <p:pic>
        <p:nvPicPr>
          <p:cNvPr id="8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028789"/>
            <a:ext cx="8115300" cy="19050"/>
          </a:xfrm>
          <a:prstGeom prst="rect">
            <a:avLst/>
          </a:prstGeom>
        </p:spPr>
      </p:pic>
      <p:pic>
        <p:nvPicPr>
          <p:cNvPr id="8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4381214"/>
            <a:ext cx="419100" cy="419100"/>
          </a:xfrm>
          <a:prstGeom prst="rect">
            <a:avLst/>
          </a:prstGeom>
        </p:spPr>
      </p:pic>
      <p:sp>
        <p:nvSpPr>
          <p:cNvPr id="820" name="-1">
            <a:extLst>
              <a:ext uri="{FF2B5EF4-FFF2-40B4-BE49-F238E27FC236}">
                <a16:creationId xmlns:a16="http://schemas.microsoft.com/office/drawing/2014/main" id="{111B4A49-B930-4A89-A1CD-6CA2B3D95AED}"/>
              </a:ext>
            </a:extLst>
          </p:cNvPr>
          <p:cNvSpPr txBox="1"/>
          <p:nvPr/>
        </p:nvSpPr>
        <p:spPr>
          <a:xfrm>
            <a:off x="901065" y="437083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2</a:t>
            </a:r>
          </a:p>
        </p:txBody>
      </p:sp>
      <p:sp>
        <p:nvSpPr>
          <p:cNvPr id="822" name="Primary Heading-1">
            <a:extLst>
              <a:ext uri="{FF2B5EF4-FFF2-40B4-BE49-F238E27FC236}">
                <a16:creationId xmlns:a16="http://schemas.microsoft.com/office/drawing/2014/main" id="{111B4A49-B930-4A89-A1CD-6CA2B3D95AED}"/>
              </a:ext>
            </a:extLst>
          </p:cNvPr>
          <p:cNvSpPr txBox="1"/>
          <p:nvPr/>
        </p:nvSpPr>
        <p:spPr>
          <a:xfrm>
            <a:off x="1409700" y="4381214"/>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CPU Management</a:t>
            </a:r>
          </a:p>
        </p:txBody>
      </p:sp>
      <p:sp>
        <p:nvSpPr>
          <p:cNvPr id="824" name="Description of a primary heading-1">
            <a:extLst>
              <a:ext uri="{FF2B5EF4-FFF2-40B4-BE49-F238E27FC236}">
                <a16:creationId xmlns:a16="http://schemas.microsoft.com/office/drawing/2014/main" id="{111B4A49-B930-4A89-A1CD-6CA2B3D95AED}"/>
              </a:ext>
            </a:extLst>
          </p:cNvPr>
          <p:cNvSpPr txBox="1"/>
          <p:nvPr/>
        </p:nvSpPr>
        <p:spPr>
          <a:xfrm>
            <a:off x="1409700" y="4747070"/>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Managing CPU resources effectively helps in distributing tasks efficiently across processors. By utilizing tools like cgroups, administrators can limit, prioritize, and monitor CPU usage of applications, ensuring that critical processes get the resources they need without being starved by less important tasks.</a:t>
            </a:r>
          </a:p>
        </p:txBody>
      </p:sp>
      <p:pic>
        <p:nvPicPr>
          <p:cNvPr id="8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5934075"/>
            <a:ext cx="8115300" cy="19050"/>
          </a:xfrm>
          <a:prstGeom prst="rect">
            <a:avLst/>
          </a:prstGeom>
        </p:spPr>
      </p:pic>
      <p:pic>
        <p:nvPicPr>
          <p:cNvPr id="8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6286500"/>
            <a:ext cx="419100" cy="419100"/>
          </a:xfrm>
          <a:prstGeom prst="rect">
            <a:avLst/>
          </a:prstGeom>
        </p:spPr>
      </p:pic>
      <p:sp>
        <p:nvSpPr>
          <p:cNvPr id="830" name="-2">
            <a:extLst>
              <a:ext uri="{FF2B5EF4-FFF2-40B4-BE49-F238E27FC236}">
                <a16:creationId xmlns:a16="http://schemas.microsoft.com/office/drawing/2014/main" id="{111B4A49-B930-4A89-A1CD-6CA2B3D95AED}"/>
              </a:ext>
            </a:extLst>
          </p:cNvPr>
          <p:cNvSpPr txBox="1"/>
          <p:nvPr/>
        </p:nvSpPr>
        <p:spPr>
          <a:xfrm>
            <a:off x="901065" y="627602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3</a:t>
            </a:r>
          </a:p>
        </p:txBody>
      </p:sp>
      <p:sp>
        <p:nvSpPr>
          <p:cNvPr id="832" name="Primary Heading-2">
            <a:extLst>
              <a:ext uri="{FF2B5EF4-FFF2-40B4-BE49-F238E27FC236}">
                <a16:creationId xmlns:a16="http://schemas.microsoft.com/office/drawing/2014/main" id="{111B4A49-B930-4A89-A1CD-6CA2B3D95AED}"/>
              </a:ext>
            </a:extLst>
          </p:cNvPr>
          <p:cNvSpPr txBox="1"/>
          <p:nvPr/>
        </p:nvSpPr>
        <p:spPr>
          <a:xfrm>
            <a:off x="1409700" y="6286500"/>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Memory Optimization</a:t>
            </a:r>
          </a:p>
        </p:txBody>
      </p:sp>
      <p:sp>
        <p:nvSpPr>
          <p:cNvPr id="834" name="Description of a primary heading-2">
            <a:extLst>
              <a:ext uri="{FF2B5EF4-FFF2-40B4-BE49-F238E27FC236}">
                <a16:creationId xmlns:a16="http://schemas.microsoft.com/office/drawing/2014/main" id="{111B4A49-B930-4A89-A1CD-6CA2B3D95AED}"/>
              </a:ext>
            </a:extLst>
          </p:cNvPr>
          <p:cNvSpPr txBox="1"/>
          <p:nvPr/>
        </p:nvSpPr>
        <p:spPr>
          <a:xfrm>
            <a:off x="1409700" y="6652260"/>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Memory management is essential to prevent applications from consuming excessive memory, which can lead to system slowdowns. Techniques such as memory limits in cgroups allow administrators to keep memory usage in check, thus improving overall application performance and responsiveness.</a:t>
            </a:r>
          </a:p>
        </p:txBody>
      </p:sp>
      <p:pic>
        <p:nvPicPr>
          <p:cNvPr id="8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839361"/>
            <a:ext cx="8115300" cy="19050"/>
          </a:xfrm>
          <a:prstGeom prst="rect">
            <a:avLst/>
          </a:prstGeom>
        </p:spPr>
      </p:pic>
      <p:pic>
        <p:nvPicPr>
          <p:cNvPr id="8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8191786"/>
            <a:ext cx="419100" cy="419100"/>
          </a:xfrm>
          <a:prstGeom prst="rect">
            <a:avLst/>
          </a:prstGeom>
        </p:spPr>
      </p:pic>
      <p:sp>
        <p:nvSpPr>
          <p:cNvPr id="840" name="-3">
            <a:extLst>
              <a:ext uri="{FF2B5EF4-FFF2-40B4-BE49-F238E27FC236}">
                <a16:creationId xmlns:a16="http://schemas.microsoft.com/office/drawing/2014/main" id="{111B4A49-B930-4A89-A1CD-6CA2B3D95AED}"/>
              </a:ext>
            </a:extLst>
          </p:cNvPr>
          <p:cNvSpPr txBox="1"/>
          <p:nvPr/>
        </p:nvSpPr>
        <p:spPr>
          <a:xfrm>
            <a:off x="901065" y="8181308"/>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4</a:t>
            </a:r>
          </a:p>
        </p:txBody>
      </p:sp>
      <p:sp>
        <p:nvSpPr>
          <p:cNvPr id="842" name="Primary Heading-3">
            <a:extLst>
              <a:ext uri="{FF2B5EF4-FFF2-40B4-BE49-F238E27FC236}">
                <a16:creationId xmlns:a16="http://schemas.microsoft.com/office/drawing/2014/main" id="{111B4A49-B930-4A89-A1CD-6CA2B3D95AED}"/>
              </a:ext>
            </a:extLst>
          </p:cNvPr>
          <p:cNvSpPr txBox="1"/>
          <p:nvPr/>
        </p:nvSpPr>
        <p:spPr>
          <a:xfrm>
            <a:off x="1409700" y="8191786"/>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Storage Resource Allocation</a:t>
            </a:r>
          </a:p>
        </p:txBody>
      </p:sp>
      <p:sp>
        <p:nvSpPr>
          <p:cNvPr id="844" name="Description of a primary heading-3">
            <a:extLst>
              <a:ext uri="{FF2B5EF4-FFF2-40B4-BE49-F238E27FC236}">
                <a16:creationId xmlns:a16="http://schemas.microsoft.com/office/drawing/2014/main" id="{111B4A49-B930-4A89-A1CD-6CA2B3D95AED}"/>
              </a:ext>
            </a:extLst>
          </p:cNvPr>
          <p:cNvSpPr txBox="1"/>
          <p:nvPr/>
        </p:nvSpPr>
        <p:spPr>
          <a:xfrm>
            <a:off x="1409700" y="8557546"/>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Proper allocation and management of storage resources is vital for cloud applications. By using logical volume management and storage quotas, organizations can ensure that applications have sufficient storage while preventing any single application from monopolizing resources, thus maintaining a balanced environment.</a:t>
            </a:r>
          </a:p>
        </p:txBody>
      </p:sp>
      <p:pic>
        <p:nvPicPr>
          <p:cNvPr id="8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744551"/>
            <a:ext cx="8115300" cy="19050"/>
          </a:xfrm>
          <a:prstGeom prst="rect">
            <a:avLst/>
          </a:prstGeom>
        </p:spPr>
      </p:pic>
      <p:pic>
        <p:nvPicPr>
          <p:cNvPr id="84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2476024"/>
            <a:ext cx="419100" cy="419100"/>
          </a:xfrm>
          <a:prstGeom prst="rect">
            <a:avLst/>
          </a:prstGeom>
        </p:spPr>
      </p:pic>
      <p:sp>
        <p:nvSpPr>
          <p:cNvPr id="850" name="-4">
            <a:extLst>
              <a:ext uri="{FF2B5EF4-FFF2-40B4-BE49-F238E27FC236}">
                <a16:creationId xmlns:a16="http://schemas.microsoft.com/office/drawing/2014/main" id="{111B4A49-B930-4A89-A1CD-6CA2B3D95AED}"/>
              </a:ext>
            </a:extLst>
          </p:cNvPr>
          <p:cNvSpPr txBox="1"/>
          <p:nvPr/>
        </p:nvSpPr>
        <p:spPr>
          <a:xfrm>
            <a:off x="9549765" y="2465546"/>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5</a:t>
            </a:r>
          </a:p>
        </p:txBody>
      </p:sp>
      <p:sp>
        <p:nvSpPr>
          <p:cNvPr id="852" name="Primary Heading-4">
            <a:extLst>
              <a:ext uri="{FF2B5EF4-FFF2-40B4-BE49-F238E27FC236}">
                <a16:creationId xmlns:a16="http://schemas.microsoft.com/office/drawing/2014/main" id="{111B4A49-B930-4A89-A1CD-6CA2B3D95AED}"/>
              </a:ext>
            </a:extLst>
          </p:cNvPr>
          <p:cNvSpPr txBox="1"/>
          <p:nvPr/>
        </p:nvSpPr>
        <p:spPr>
          <a:xfrm>
            <a:off x="10058400" y="2476024"/>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Tools: cgroups and systemd</a:t>
            </a:r>
          </a:p>
        </p:txBody>
      </p:sp>
      <p:sp>
        <p:nvSpPr>
          <p:cNvPr id="854" name="Description of a primary heading-4">
            <a:extLst>
              <a:ext uri="{FF2B5EF4-FFF2-40B4-BE49-F238E27FC236}">
                <a16:creationId xmlns:a16="http://schemas.microsoft.com/office/drawing/2014/main" id="{111B4A49-B930-4A89-A1CD-6CA2B3D95AED}"/>
              </a:ext>
            </a:extLst>
          </p:cNvPr>
          <p:cNvSpPr txBox="1"/>
          <p:nvPr/>
        </p:nvSpPr>
        <p:spPr>
          <a:xfrm>
            <a:off x="10058400" y="2841784"/>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cgroups (control groups) and systemd are powerful tools for managing resources in Linux. cgroups allow for resource limits and prioritization, while systemd can manage service dependencies and startup order, ensuring that applications have the right resources at the right time for optimal performance.</a:t>
            </a:r>
          </a:p>
        </p:txBody>
      </p:sp>
      <p:pic>
        <p:nvPicPr>
          <p:cNvPr id="8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4028789"/>
            <a:ext cx="8115300" cy="19050"/>
          </a:xfrm>
          <a:prstGeom prst="rect">
            <a:avLst/>
          </a:prstGeom>
        </p:spPr>
      </p:pic>
      <p:pic>
        <p:nvPicPr>
          <p:cNvPr id="8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4381214"/>
            <a:ext cx="419100" cy="419100"/>
          </a:xfrm>
          <a:prstGeom prst="rect">
            <a:avLst/>
          </a:prstGeom>
        </p:spPr>
      </p:pic>
      <p:sp>
        <p:nvSpPr>
          <p:cNvPr id="860" name="-5">
            <a:extLst>
              <a:ext uri="{FF2B5EF4-FFF2-40B4-BE49-F238E27FC236}">
                <a16:creationId xmlns:a16="http://schemas.microsoft.com/office/drawing/2014/main" id="{111B4A49-B930-4A89-A1CD-6CA2B3D95AED}"/>
              </a:ext>
            </a:extLst>
          </p:cNvPr>
          <p:cNvSpPr txBox="1"/>
          <p:nvPr/>
        </p:nvSpPr>
        <p:spPr>
          <a:xfrm>
            <a:off x="9549765" y="437083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6</a:t>
            </a:r>
          </a:p>
        </p:txBody>
      </p:sp>
      <p:sp>
        <p:nvSpPr>
          <p:cNvPr id="862" name="Primary Heading-5">
            <a:extLst>
              <a:ext uri="{FF2B5EF4-FFF2-40B4-BE49-F238E27FC236}">
                <a16:creationId xmlns:a16="http://schemas.microsoft.com/office/drawing/2014/main" id="{111B4A49-B930-4A89-A1CD-6CA2B3D95AED}"/>
              </a:ext>
            </a:extLst>
          </p:cNvPr>
          <p:cNvSpPr txBox="1"/>
          <p:nvPr/>
        </p:nvSpPr>
        <p:spPr>
          <a:xfrm>
            <a:off x="10058400" y="4381214"/>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Scalability Considerations</a:t>
            </a:r>
          </a:p>
        </p:txBody>
      </p:sp>
      <p:sp>
        <p:nvSpPr>
          <p:cNvPr id="864" name="Description of a primary heading-5">
            <a:extLst>
              <a:ext uri="{FF2B5EF4-FFF2-40B4-BE49-F238E27FC236}">
                <a16:creationId xmlns:a16="http://schemas.microsoft.com/office/drawing/2014/main" id="{111B4A49-B930-4A89-A1CD-6CA2B3D95AED}"/>
              </a:ext>
            </a:extLst>
          </p:cNvPr>
          <p:cNvSpPr txBox="1"/>
          <p:nvPr/>
        </p:nvSpPr>
        <p:spPr>
          <a:xfrm>
            <a:off x="10058400" y="4747070"/>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When allocating resources, it's important to consider scalability. Cloud applications should be designed to scale horizontally or vertically as demand changes, which requires careful planning of resource allocation strategies to ensure that performance remains consistent during peak loads.</a:t>
            </a:r>
          </a:p>
        </p:txBody>
      </p:sp>
      <p:pic>
        <p:nvPicPr>
          <p:cNvPr id="8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5934075"/>
            <a:ext cx="8115300" cy="19050"/>
          </a:xfrm>
          <a:prstGeom prst="rect">
            <a:avLst/>
          </a:prstGeom>
        </p:spPr>
      </p:pic>
      <p:pic>
        <p:nvPicPr>
          <p:cNvPr id="8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6286500"/>
            <a:ext cx="419100" cy="419100"/>
          </a:xfrm>
          <a:prstGeom prst="rect">
            <a:avLst/>
          </a:prstGeom>
        </p:spPr>
      </p:pic>
      <p:sp>
        <p:nvSpPr>
          <p:cNvPr id="870" name="-6">
            <a:extLst>
              <a:ext uri="{FF2B5EF4-FFF2-40B4-BE49-F238E27FC236}">
                <a16:creationId xmlns:a16="http://schemas.microsoft.com/office/drawing/2014/main" id="{111B4A49-B930-4A89-A1CD-6CA2B3D95AED}"/>
              </a:ext>
            </a:extLst>
          </p:cNvPr>
          <p:cNvSpPr txBox="1"/>
          <p:nvPr/>
        </p:nvSpPr>
        <p:spPr>
          <a:xfrm>
            <a:off x="9549765" y="627602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7</a:t>
            </a:r>
          </a:p>
        </p:txBody>
      </p:sp>
      <p:sp>
        <p:nvSpPr>
          <p:cNvPr id="872" name="Primary Heading-6">
            <a:extLst>
              <a:ext uri="{FF2B5EF4-FFF2-40B4-BE49-F238E27FC236}">
                <a16:creationId xmlns:a16="http://schemas.microsoft.com/office/drawing/2014/main" id="{111B4A49-B930-4A89-A1CD-6CA2B3D95AED}"/>
              </a:ext>
            </a:extLst>
          </p:cNvPr>
          <p:cNvSpPr txBox="1"/>
          <p:nvPr/>
        </p:nvSpPr>
        <p:spPr>
          <a:xfrm>
            <a:off x="10058400" y="6286500"/>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Performance Monitoring</a:t>
            </a:r>
          </a:p>
        </p:txBody>
      </p:sp>
      <p:sp>
        <p:nvSpPr>
          <p:cNvPr id="874" name="Description of a primary heading-6">
            <a:extLst>
              <a:ext uri="{FF2B5EF4-FFF2-40B4-BE49-F238E27FC236}">
                <a16:creationId xmlns:a16="http://schemas.microsoft.com/office/drawing/2014/main" id="{111B4A49-B930-4A89-A1CD-6CA2B3D95AED}"/>
              </a:ext>
            </a:extLst>
          </p:cNvPr>
          <p:cNvSpPr txBox="1"/>
          <p:nvPr/>
        </p:nvSpPr>
        <p:spPr>
          <a:xfrm>
            <a:off x="10058400" y="6652260"/>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Continuous monitoring of resource allocation is essential to identify potential issues before they impact performance. Tools like Grafana and Prometheus can be utilized to visualize resource usage and set alerts for unusual patterns, allowing for proactive management of cloud resources.</a:t>
            </a:r>
          </a:p>
        </p:txBody>
      </p:sp>
      <p:pic>
        <p:nvPicPr>
          <p:cNvPr id="87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7839361"/>
            <a:ext cx="8115300" cy="19050"/>
          </a:xfrm>
          <a:prstGeom prst="rect">
            <a:avLst/>
          </a:prstGeom>
        </p:spPr>
      </p:pic>
      <p:sp>
        <p:nvSpPr>
          <p:cNvPr id="878" name="Click here to edit title-458">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Effective Resource Allocation in Cloud-Based Linux Applications</a:t>
            </a:r>
          </a:p>
        </p:txBody>
      </p:sp>
      <p:sp>
        <p:nvSpPr>
          <p:cNvPr id="880" name="Click here to edit subtitle-418">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Considerations and Tools</a:t>
            </a:r>
          </a:p>
        </p:txBody>
      </p:sp>
    </p:spTree>
    <p:extLst>
      <p:ext uri="{BB962C8B-B14F-4D97-AF65-F5344CB8AC3E}">
        <p14:creationId xmlns:p14="http://schemas.microsoft.com/office/powerpoint/2010/main" val="3648047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8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3895725"/>
            <a:ext cx="228600" cy="6391275"/>
          </a:xfrm>
          <a:prstGeom prst="rect">
            <a:avLst/>
          </a:prstGeom>
        </p:spPr>
      </p:pic>
      <p:pic>
        <p:nvPicPr>
          <p:cNvPr id="8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0"/>
            <a:ext cx="5486400" cy="228600"/>
          </a:xfrm>
          <a:prstGeom prst="rect">
            <a:avLst/>
          </a:prstGeom>
        </p:spPr>
      </p:pic>
      <p:pic>
        <p:nvPicPr>
          <p:cNvPr id="8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162800" y="1844230"/>
            <a:ext cx="419100" cy="419100"/>
          </a:xfrm>
          <a:prstGeom prst="rect">
            <a:avLst/>
          </a:prstGeom>
        </p:spPr>
      </p:pic>
      <p:sp>
        <p:nvSpPr>
          <p:cNvPr id="893" name="-0">
            <a:extLst>
              <a:ext uri="{FF2B5EF4-FFF2-40B4-BE49-F238E27FC236}">
                <a16:creationId xmlns:a16="http://schemas.microsoft.com/office/drawing/2014/main" id="{111B4A49-B930-4A89-A1CD-6CA2B3D95AED}"/>
              </a:ext>
            </a:extLst>
          </p:cNvPr>
          <p:cNvSpPr txBox="1"/>
          <p:nvPr/>
        </p:nvSpPr>
        <p:spPr>
          <a:xfrm>
            <a:off x="7301865" y="1833753"/>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1</a:t>
            </a:r>
          </a:p>
        </p:txBody>
      </p:sp>
      <p:sp>
        <p:nvSpPr>
          <p:cNvPr id="895" name="Primary Heading-0">
            <a:extLst>
              <a:ext uri="{FF2B5EF4-FFF2-40B4-BE49-F238E27FC236}">
                <a16:creationId xmlns:a16="http://schemas.microsoft.com/office/drawing/2014/main" id="{111B4A49-B930-4A89-A1CD-6CA2B3D95AED}"/>
              </a:ext>
            </a:extLst>
          </p:cNvPr>
          <p:cNvSpPr txBox="1"/>
          <p:nvPr/>
        </p:nvSpPr>
        <p:spPr>
          <a:xfrm>
            <a:off x="7810500" y="1844230"/>
            <a:ext cx="43005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Nagios: Effective Resource Monitoring</a:t>
            </a:r>
          </a:p>
        </p:txBody>
      </p:sp>
      <p:sp>
        <p:nvSpPr>
          <p:cNvPr id="897" name="Description of a primary heading-0">
            <a:extLst>
              <a:ext uri="{FF2B5EF4-FFF2-40B4-BE49-F238E27FC236}">
                <a16:creationId xmlns:a16="http://schemas.microsoft.com/office/drawing/2014/main" id="{111B4A49-B930-4A89-A1CD-6CA2B3D95AED}"/>
              </a:ext>
            </a:extLst>
          </p:cNvPr>
          <p:cNvSpPr txBox="1"/>
          <p:nvPr/>
        </p:nvSpPr>
        <p:spPr>
          <a:xfrm>
            <a:off x="7810500" y="2304478"/>
            <a:ext cx="4300538" cy="25050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Nagios is a powerful monitoring tool that helps in tracking resource usage across various cloud environments. It provides real-time alerts and reports, allowing administrators to quickly identify issues before they escalate, thus ensuring continuous availability and performance of cloud services.</a:t>
            </a:r>
          </a:p>
        </p:txBody>
      </p:sp>
      <p:pic>
        <p:nvPicPr>
          <p:cNvPr id="8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162800" y="5133975"/>
            <a:ext cx="4914900" cy="19050"/>
          </a:xfrm>
          <a:prstGeom prst="rect">
            <a:avLst/>
          </a:prstGeom>
        </p:spPr>
      </p:pic>
      <p:pic>
        <p:nvPicPr>
          <p:cNvPr id="90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162800" y="5486400"/>
            <a:ext cx="419100" cy="419100"/>
          </a:xfrm>
          <a:prstGeom prst="rect">
            <a:avLst/>
          </a:prstGeom>
        </p:spPr>
      </p:pic>
      <p:sp>
        <p:nvSpPr>
          <p:cNvPr id="903" name="-1">
            <a:extLst>
              <a:ext uri="{FF2B5EF4-FFF2-40B4-BE49-F238E27FC236}">
                <a16:creationId xmlns:a16="http://schemas.microsoft.com/office/drawing/2014/main" id="{111B4A49-B930-4A89-A1CD-6CA2B3D95AED}"/>
              </a:ext>
            </a:extLst>
          </p:cNvPr>
          <p:cNvSpPr txBox="1"/>
          <p:nvPr/>
        </p:nvSpPr>
        <p:spPr>
          <a:xfrm>
            <a:off x="7301865" y="547592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2</a:t>
            </a:r>
          </a:p>
        </p:txBody>
      </p:sp>
      <p:sp>
        <p:nvSpPr>
          <p:cNvPr id="905" name="Primary Heading-1">
            <a:extLst>
              <a:ext uri="{FF2B5EF4-FFF2-40B4-BE49-F238E27FC236}">
                <a16:creationId xmlns:a16="http://schemas.microsoft.com/office/drawing/2014/main" id="{111B4A49-B930-4A89-A1CD-6CA2B3D95AED}"/>
              </a:ext>
            </a:extLst>
          </p:cNvPr>
          <p:cNvSpPr txBox="1"/>
          <p:nvPr/>
        </p:nvSpPr>
        <p:spPr>
          <a:xfrm>
            <a:off x="7810500" y="5486400"/>
            <a:ext cx="43005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Prometheus: Identifying Bottlenecks</a:t>
            </a:r>
          </a:p>
        </p:txBody>
      </p:sp>
      <p:sp>
        <p:nvSpPr>
          <p:cNvPr id="907" name="Description of a primary heading-1">
            <a:extLst>
              <a:ext uri="{FF2B5EF4-FFF2-40B4-BE49-F238E27FC236}">
                <a16:creationId xmlns:a16="http://schemas.microsoft.com/office/drawing/2014/main" id="{111B4A49-B930-4A89-A1CD-6CA2B3D95AED}"/>
              </a:ext>
            </a:extLst>
          </p:cNvPr>
          <p:cNvSpPr txBox="1"/>
          <p:nvPr/>
        </p:nvSpPr>
        <p:spPr>
          <a:xfrm>
            <a:off x="7810500" y="5946553"/>
            <a:ext cx="4300538" cy="25050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Prometheus is designed to monitor and alert based on time-series data, making it ideal for identifying performance bottlenecks in cloud applications. It collects metrics from configured targets at specified intervals, helping teams analyze trends and optimize resource allocation effectively.</a:t>
            </a:r>
          </a:p>
        </p:txBody>
      </p:sp>
      <p:pic>
        <p:nvPicPr>
          <p:cNvPr id="90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162800" y="8776144"/>
            <a:ext cx="4914900" cy="19050"/>
          </a:xfrm>
          <a:prstGeom prst="rect">
            <a:avLst/>
          </a:prstGeom>
        </p:spPr>
      </p:pic>
      <p:pic>
        <p:nvPicPr>
          <p:cNvPr id="91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2611100" y="1844230"/>
            <a:ext cx="419100" cy="419100"/>
          </a:xfrm>
          <a:prstGeom prst="rect">
            <a:avLst/>
          </a:prstGeom>
        </p:spPr>
      </p:pic>
      <p:sp>
        <p:nvSpPr>
          <p:cNvPr id="913" name="-2">
            <a:extLst>
              <a:ext uri="{FF2B5EF4-FFF2-40B4-BE49-F238E27FC236}">
                <a16:creationId xmlns:a16="http://schemas.microsoft.com/office/drawing/2014/main" id="{111B4A49-B930-4A89-A1CD-6CA2B3D95AED}"/>
              </a:ext>
            </a:extLst>
          </p:cNvPr>
          <p:cNvSpPr txBox="1"/>
          <p:nvPr/>
        </p:nvSpPr>
        <p:spPr>
          <a:xfrm>
            <a:off x="12750165" y="1833753"/>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3</a:t>
            </a:r>
          </a:p>
        </p:txBody>
      </p:sp>
      <p:sp>
        <p:nvSpPr>
          <p:cNvPr id="915" name="Primary Heading-2">
            <a:extLst>
              <a:ext uri="{FF2B5EF4-FFF2-40B4-BE49-F238E27FC236}">
                <a16:creationId xmlns:a16="http://schemas.microsoft.com/office/drawing/2014/main" id="{111B4A49-B930-4A89-A1CD-6CA2B3D95AED}"/>
              </a:ext>
            </a:extLst>
          </p:cNvPr>
          <p:cNvSpPr txBox="1"/>
          <p:nvPr/>
        </p:nvSpPr>
        <p:spPr>
          <a:xfrm>
            <a:off x="13258800" y="1844230"/>
            <a:ext cx="43005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Importance of Monitoring Tools</a:t>
            </a:r>
          </a:p>
        </p:txBody>
      </p:sp>
      <p:sp>
        <p:nvSpPr>
          <p:cNvPr id="917" name="Description of a primary heading-2">
            <a:extLst>
              <a:ext uri="{FF2B5EF4-FFF2-40B4-BE49-F238E27FC236}">
                <a16:creationId xmlns:a16="http://schemas.microsoft.com/office/drawing/2014/main" id="{111B4A49-B930-4A89-A1CD-6CA2B3D95AED}"/>
              </a:ext>
            </a:extLst>
          </p:cNvPr>
          <p:cNvSpPr txBox="1"/>
          <p:nvPr/>
        </p:nvSpPr>
        <p:spPr>
          <a:xfrm>
            <a:off x="13258800" y="2304478"/>
            <a:ext cx="4300538" cy="215265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Using monitoring tools like Nagios and Prometheus is crucial for maintaining optimal performance in cloud environments. These tools not only track resource usage but also provide insights that help prevent downtime and improve overall system efficiency.</a:t>
            </a:r>
          </a:p>
        </p:txBody>
      </p:sp>
      <p:pic>
        <p:nvPicPr>
          <p:cNvPr id="91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2611100" y="4777359"/>
            <a:ext cx="4914900" cy="19050"/>
          </a:xfrm>
          <a:prstGeom prst="rect">
            <a:avLst/>
          </a:prstGeom>
        </p:spPr>
      </p:pic>
      <p:sp>
        <p:nvSpPr>
          <p:cNvPr id="921" name="Click here to edit title-466">
            <a:extLst>
              <a:ext uri="{FF2B5EF4-FFF2-40B4-BE49-F238E27FC236}">
                <a16:creationId xmlns:a16="http://schemas.microsoft.com/office/drawing/2014/main" id="{111B4A49-B930-4A89-A1CD-6CA2B3D95AED}"/>
              </a:ext>
            </a:extLst>
          </p:cNvPr>
          <p:cNvSpPr txBox="1"/>
          <p:nvPr/>
        </p:nvSpPr>
        <p:spPr>
          <a:xfrm>
            <a:off x="762000" y="4157282"/>
            <a:ext cx="5634038" cy="137160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Monitoring Tools for Cloud Performance</a:t>
            </a:r>
          </a:p>
        </p:txBody>
      </p:sp>
      <p:sp>
        <p:nvSpPr>
          <p:cNvPr id="923" name="Click here to edit subtitle-461">
            <a:extLst>
              <a:ext uri="{FF2B5EF4-FFF2-40B4-BE49-F238E27FC236}">
                <a16:creationId xmlns:a16="http://schemas.microsoft.com/office/drawing/2014/main" id="{111B4A49-B930-4A89-A1CD-6CA2B3D95AED}"/>
              </a:ext>
            </a:extLst>
          </p:cNvPr>
          <p:cNvSpPr txBox="1"/>
          <p:nvPr/>
        </p:nvSpPr>
        <p:spPr>
          <a:xfrm>
            <a:off x="762000" y="5638800"/>
            <a:ext cx="56340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Tools and Their Functions</a:t>
            </a:r>
          </a:p>
        </p:txBody>
      </p:sp>
    </p:spTree>
    <p:extLst>
      <p:ext uri="{BB962C8B-B14F-4D97-AF65-F5344CB8AC3E}">
        <p14:creationId xmlns:p14="http://schemas.microsoft.com/office/powerpoint/2010/main" val="3648047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9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9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9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712434"/>
            <a:ext cx="171450" cy="171450"/>
          </a:xfrm>
          <a:prstGeom prst="rect">
            <a:avLst/>
          </a:prstGeom>
        </p:spPr>
      </p:pic>
      <p:sp>
        <p:nvSpPr>
          <p:cNvPr id="936" name="Primary Heading-0">
            <a:extLst>
              <a:ext uri="{FF2B5EF4-FFF2-40B4-BE49-F238E27FC236}">
                <a16:creationId xmlns:a16="http://schemas.microsoft.com/office/drawing/2014/main" id="{111B4A49-B930-4A89-A1CD-6CA2B3D95AED}"/>
              </a:ext>
            </a:extLst>
          </p:cNvPr>
          <p:cNvSpPr txBox="1"/>
          <p:nvPr/>
        </p:nvSpPr>
        <p:spPr>
          <a:xfrm>
            <a:off x="1162050" y="2606230"/>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Configuring Networks in Cloud Environments</a:t>
            </a:r>
          </a:p>
        </p:txBody>
      </p:sp>
      <p:sp>
        <p:nvSpPr>
          <p:cNvPr id="938" name="Description of a primary heading-0">
            <a:extLst>
              <a:ext uri="{FF2B5EF4-FFF2-40B4-BE49-F238E27FC236}">
                <a16:creationId xmlns:a16="http://schemas.microsoft.com/office/drawing/2014/main" id="{111B4A49-B930-4A89-A1CD-6CA2B3D95AED}"/>
              </a:ext>
            </a:extLst>
          </p:cNvPr>
          <p:cNvSpPr txBox="1"/>
          <p:nvPr/>
        </p:nvSpPr>
        <p:spPr>
          <a:xfrm>
            <a:off x="1162050" y="3066478"/>
            <a:ext cx="7748588" cy="107632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Configuring networks in cloud environments is crucial for seamless operation. This involves setting up virtual networks, subnets, and gateways to enable efficient data flow while maintaining the flexibility required in cloud services.</a:t>
            </a:r>
          </a:p>
        </p:txBody>
      </p:sp>
      <p:pic>
        <p:nvPicPr>
          <p:cNvPr id="9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469606"/>
            <a:ext cx="8115300" cy="19050"/>
          </a:xfrm>
          <a:prstGeom prst="rect">
            <a:avLst/>
          </a:prstGeom>
        </p:spPr>
      </p:pic>
      <p:pic>
        <p:nvPicPr>
          <p:cNvPr id="94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4928235"/>
            <a:ext cx="171450" cy="171450"/>
          </a:xfrm>
          <a:prstGeom prst="rect">
            <a:avLst/>
          </a:prstGeom>
        </p:spPr>
      </p:pic>
      <p:sp>
        <p:nvSpPr>
          <p:cNvPr id="944" name="Primary Heading-1">
            <a:extLst>
              <a:ext uri="{FF2B5EF4-FFF2-40B4-BE49-F238E27FC236}">
                <a16:creationId xmlns:a16="http://schemas.microsoft.com/office/drawing/2014/main" id="{111B4A49-B930-4A89-A1CD-6CA2B3D95AED}"/>
              </a:ext>
            </a:extLst>
          </p:cNvPr>
          <p:cNvSpPr txBox="1"/>
          <p:nvPr/>
        </p:nvSpPr>
        <p:spPr>
          <a:xfrm>
            <a:off x="1162050" y="4822031"/>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Managing Network Connectivity</a:t>
            </a:r>
          </a:p>
        </p:txBody>
      </p:sp>
      <p:sp>
        <p:nvSpPr>
          <p:cNvPr id="946" name="Description of a primary heading-1">
            <a:extLst>
              <a:ext uri="{FF2B5EF4-FFF2-40B4-BE49-F238E27FC236}">
                <a16:creationId xmlns:a16="http://schemas.microsoft.com/office/drawing/2014/main" id="{111B4A49-B930-4A89-A1CD-6CA2B3D95AED}"/>
              </a:ext>
            </a:extLst>
          </p:cNvPr>
          <p:cNvSpPr txBox="1"/>
          <p:nvPr/>
        </p:nvSpPr>
        <p:spPr>
          <a:xfrm>
            <a:off x="1162050" y="5282184"/>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Effective management of network connectivity ensures that various services and applications can communicate without interruption. This includes monitoring bandwidth usage, optimizing routing paths, and implementing load balancing to handle traffic efficiently.</a:t>
            </a:r>
          </a:p>
        </p:txBody>
      </p:sp>
      <p:pic>
        <p:nvPicPr>
          <p:cNvPr id="94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041928"/>
            <a:ext cx="8115300" cy="19050"/>
          </a:xfrm>
          <a:prstGeom prst="rect">
            <a:avLst/>
          </a:prstGeom>
        </p:spPr>
      </p:pic>
      <p:pic>
        <p:nvPicPr>
          <p:cNvPr id="95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7500556"/>
            <a:ext cx="171450" cy="171450"/>
          </a:xfrm>
          <a:prstGeom prst="rect">
            <a:avLst/>
          </a:prstGeom>
        </p:spPr>
      </p:pic>
      <p:sp>
        <p:nvSpPr>
          <p:cNvPr id="952" name="Primary Heading-2">
            <a:extLst>
              <a:ext uri="{FF2B5EF4-FFF2-40B4-BE49-F238E27FC236}">
                <a16:creationId xmlns:a16="http://schemas.microsoft.com/office/drawing/2014/main" id="{111B4A49-B930-4A89-A1CD-6CA2B3D95AED}"/>
              </a:ext>
            </a:extLst>
          </p:cNvPr>
          <p:cNvSpPr txBox="1"/>
          <p:nvPr/>
        </p:nvSpPr>
        <p:spPr>
          <a:xfrm>
            <a:off x="1162050" y="7394353"/>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Securing Data Transfer</a:t>
            </a:r>
          </a:p>
        </p:txBody>
      </p:sp>
      <p:sp>
        <p:nvSpPr>
          <p:cNvPr id="954" name="Description of a primary heading-2">
            <a:extLst>
              <a:ext uri="{FF2B5EF4-FFF2-40B4-BE49-F238E27FC236}">
                <a16:creationId xmlns:a16="http://schemas.microsoft.com/office/drawing/2014/main" id="{111B4A49-B930-4A89-A1CD-6CA2B3D95AED}"/>
              </a:ext>
            </a:extLst>
          </p:cNvPr>
          <p:cNvSpPr txBox="1"/>
          <p:nvPr/>
        </p:nvSpPr>
        <p:spPr>
          <a:xfrm>
            <a:off x="1162050" y="7854506"/>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Securing data transfer is essential to protect sensitive information from unauthorized access and breaches. Utilizing encryption protocols, firewalls, and secure access controls can significantly reduce vulnerabilities in data transmission within cloud environments.</a:t>
            </a:r>
          </a:p>
        </p:txBody>
      </p:sp>
      <p:pic>
        <p:nvPicPr>
          <p:cNvPr id="9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614344"/>
            <a:ext cx="8115300" cy="19050"/>
          </a:xfrm>
          <a:prstGeom prst="rect">
            <a:avLst/>
          </a:prstGeom>
        </p:spPr>
      </p:pic>
      <p:pic>
        <p:nvPicPr>
          <p:cNvPr id="9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2712434"/>
            <a:ext cx="171450" cy="171450"/>
          </a:xfrm>
          <a:prstGeom prst="rect">
            <a:avLst/>
          </a:prstGeom>
        </p:spPr>
      </p:pic>
      <p:sp>
        <p:nvSpPr>
          <p:cNvPr id="960" name="Primary Heading-3">
            <a:extLst>
              <a:ext uri="{FF2B5EF4-FFF2-40B4-BE49-F238E27FC236}">
                <a16:creationId xmlns:a16="http://schemas.microsoft.com/office/drawing/2014/main" id="{111B4A49-B930-4A89-A1CD-6CA2B3D95AED}"/>
              </a:ext>
            </a:extLst>
          </p:cNvPr>
          <p:cNvSpPr txBox="1"/>
          <p:nvPr/>
        </p:nvSpPr>
        <p:spPr>
          <a:xfrm>
            <a:off x="9810750" y="2606230"/>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Utilizing Modern Protocols</a:t>
            </a:r>
          </a:p>
        </p:txBody>
      </p:sp>
      <p:sp>
        <p:nvSpPr>
          <p:cNvPr id="962" name="Description of a primary heading-3">
            <a:extLst>
              <a:ext uri="{FF2B5EF4-FFF2-40B4-BE49-F238E27FC236}">
                <a16:creationId xmlns:a16="http://schemas.microsoft.com/office/drawing/2014/main" id="{111B4A49-B930-4A89-A1CD-6CA2B3D95AED}"/>
              </a:ext>
            </a:extLst>
          </p:cNvPr>
          <p:cNvSpPr txBox="1"/>
          <p:nvPr/>
        </p:nvSpPr>
        <p:spPr>
          <a:xfrm>
            <a:off x="9810750" y="3066478"/>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Employing modern protocols such as HTTP/2, QUIC, and advanced VPN technologies enhances the performance and security of network communications. These protocols are designed to improve speed and reliability while providing robust security measures.</a:t>
            </a:r>
          </a:p>
        </p:txBody>
      </p:sp>
      <p:pic>
        <p:nvPicPr>
          <p:cNvPr id="96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4826222"/>
            <a:ext cx="8115300" cy="19050"/>
          </a:xfrm>
          <a:prstGeom prst="rect">
            <a:avLst/>
          </a:prstGeom>
        </p:spPr>
      </p:pic>
      <p:pic>
        <p:nvPicPr>
          <p:cNvPr id="9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5284851"/>
            <a:ext cx="171450" cy="171450"/>
          </a:xfrm>
          <a:prstGeom prst="rect">
            <a:avLst/>
          </a:prstGeom>
        </p:spPr>
      </p:pic>
      <p:sp>
        <p:nvSpPr>
          <p:cNvPr id="968" name="Primary Heading-4">
            <a:extLst>
              <a:ext uri="{FF2B5EF4-FFF2-40B4-BE49-F238E27FC236}">
                <a16:creationId xmlns:a16="http://schemas.microsoft.com/office/drawing/2014/main" id="{111B4A49-B930-4A89-A1CD-6CA2B3D95AED}"/>
              </a:ext>
            </a:extLst>
          </p:cNvPr>
          <p:cNvSpPr txBox="1"/>
          <p:nvPr/>
        </p:nvSpPr>
        <p:spPr>
          <a:xfrm>
            <a:off x="9810750" y="5178647"/>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Implementing Best Practices</a:t>
            </a:r>
          </a:p>
        </p:txBody>
      </p:sp>
      <p:sp>
        <p:nvSpPr>
          <p:cNvPr id="970" name="Description of a primary heading-4">
            <a:extLst>
              <a:ext uri="{FF2B5EF4-FFF2-40B4-BE49-F238E27FC236}">
                <a16:creationId xmlns:a16="http://schemas.microsoft.com/office/drawing/2014/main" id="{111B4A49-B930-4A89-A1CD-6CA2B3D95AED}"/>
              </a:ext>
            </a:extLst>
          </p:cNvPr>
          <p:cNvSpPr txBox="1"/>
          <p:nvPr/>
        </p:nvSpPr>
        <p:spPr>
          <a:xfrm>
            <a:off x="9810750" y="5638800"/>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Following best practices in network configuration includes regular updates, thorough testing of configurations, and adherence to compliance regulations. This proactive approach helps in maintaining a resilient and secure network infrastructure in the cloud.</a:t>
            </a:r>
          </a:p>
        </p:txBody>
      </p:sp>
      <p:pic>
        <p:nvPicPr>
          <p:cNvPr id="9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7398544"/>
            <a:ext cx="8115300" cy="19050"/>
          </a:xfrm>
          <a:prstGeom prst="rect">
            <a:avLst/>
          </a:prstGeom>
        </p:spPr>
      </p:pic>
      <p:sp>
        <p:nvSpPr>
          <p:cNvPr id="974" name="Click here to edit title-447">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Networking in Cloud Environments</a:t>
            </a:r>
          </a:p>
        </p:txBody>
      </p:sp>
      <p:sp>
        <p:nvSpPr>
          <p:cNvPr id="976" name="Click here to edit subtitle-477">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Concepts and Practices</a:t>
            </a:r>
          </a:p>
        </p:txBody>
      </p:sp>
    </p:spTree>
    <p:extLst>
      <p:ext uri="{BB962C8B-B14F-4D97-AF65-F5344CB8AC3E}">
        <p14:creationId xmlns:p14="http://schemas.microsoft.com/office/powerpoint/2010/main" val="3648047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9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9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9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2641550" y="3371850"/>
            <a:ext cx="1369665" cy="1392436"/>
          </a:xfrm>
          <a:prstGeom prst="rect">
            <a:avLst/>
          </a:prstGeom>
        </p:spPr>
      </p:pic>
      <p:pic>
        <p:nvPicPr>
          <p:cNvPr id="989" name="iconNode0">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extLst>
              <a:ext uri="{DAE26A6F-C8E5-46D2-83F7-8D2F2623269B}">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2995898" y="3726180"/>
            <a:ext cx="662940" cy="662940"/>
          </a:xfrm>
          <a:prstGeom prst="rect">
            <a:avLst/>
          </a:prstGeom>
        </p:spPr>
      </p:pic>
      <p:sp>
        <p:nvSpPr>
          <p:cNvPr id="991" name="Primary Heading-0">
            <a:extLst>
              <a:ext uri="{FF2B5EF4-FFF2-40B4-BE49-F238E27FC236}">
                <a16:creationId xmlns:a16="http://schemas.microsoft.com/office/drawing/2014/main" id="{111B4A49-B930-4A89-A1CD-6CA2B3D95AED}"/>
              </a:ext>
            </a:extLst>
          </p:cNvPr>
          <p:cNvSpPr txBox="1"/>
          <p:nvPr/>
        </p:nvSpPr>
        <p:spPr>
          <a:xfrm>
            <a:off x="762000" y="5124450"/>
            <a:ext cx="5167312" cy="390525"/>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Understanding IP Allocation</a:t>
            </a:r>
          </a:p>
        </p:txBody>
      </p:sp>
      <p:sp>
        <p:nvSpPr>
          <p:cNvPr id="993" name="Description of a primary heading-0">
            <a:extLst>
              <a:ext uri="{FF2B5EF4-FFF2-40B4-BE49-F238E27FC236}">
                <a16:creationId xmlns:a16="http://schemas.microsoft.com/office/drawing/2014/main" id="{111B4A49-B930-4A89-A1CD-6CA2B3D95AED}"/>
              </a:ext>
            </a:extLst>
          </p:cNvPr>
          <p:cNvSpPr txBox="1"/>
          <p:nvPr/>
        </p:nvSpPr>
        <p:spPr>
          <a:xfrm>
            <a:off x="762000" y="5660803"/>
            <a:ext cx="5167312" cy="250507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IP allocation is a critical component when configuring networks in cloud environments. It involves assigning specific IP addresses to devices within a network. This ensures that each device has a unique identifier, allowing seamless communication and efficient routing of data packets. Proper IP allocation minimizes conflicts and enhances network performance.</a:t>
            </a:r>
          </a:p>
        </p:txBody>
      </p:sp>
      <p:pic>
        <p:nvPicPr>
          <p:cNvPr id="9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26075" y="3371850"/>
            <a:ext cx="19050" cy="5143500"/>
          </a:xfrm>
          <a:prstGeom prst="rect">
            <a:avLst/>
          </a:prstGeom>
        </p:spPr>
      </p:pic>
      <p:pic>
        <p:nvPicPr>
          <p:cNvPr id="99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8458105" y="3371850"/>
            <a:ext cx="1369665" cy="1392436"/>
          </a:xfrm>
          <a:prstGeom prst="rect">
            <a:avLst/>
          </a:prstGeom>
        </p:spPr>
      </p:pic>
      <p:pic>
        <p:nvPicPr>
          <p:cNvPr id="999" name="iconNode1">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extLst>
              <a:ext uri="{CAAB59EF-A5D7-461E-83EC-A33FE0D29576}">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812435" y="3726180"/>
            <a:ext cx="662940" cy="662940"/>
          </a:xfrm>
          <a:prstGeom prst="rect">
            <a:avLst/>
          </a:prstGeom>
        </p:spPr>
      </p:pic>
      <p:sp>
        <p:nvSpPr>
          <p:cNvPr id="1001" name="Primary Heading-1">
            <a:extLst>
              <a:ext uri="{FF2B5EF4-FFF2-40B4-BE49-F238E27FC236}">
                <a16:creationId xmlns:a16="http://schemas.microsoft.com/office/drawing/2014/main" id="{111B4A49-B930-4A89-A1CD-6CA2B3D95AED}"/>
              </a:ext>
            </a:extLst>
          </p:cNvPr>
          <p:cNvSpPr txBox="1"/>
          <p:nvPr/>
        </p:nvSpPr>
        <p:spPr>
          <a:xfrm>
            <a:off x="6578536" y="5124450"/>
            <a:ext cx="5167312" cy="390525"/>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Importance of Subnetting</a:t>
            </a:r>
          </a:p>
        </p:txBody>
      </p:sp>
      <p:sp>
        <p:nvSpPr>
          <p:cNvPr id="1003" name="Description of a primary heading-1">
            <a:extLst>
              <a:ext uri="{FF2B5EF4-FFF2-40B4-BE49-F238E27FC236}">
                <a16:creationId xmlns:a16="http://schemas.microsoft.com/office/drawing/2014/main" id="{111B4A49-B930-4A89-A1CD-6CA2B3D95AED}"/>
              </a:ext>
            </a:extLst>
          </p:cNvPr>
          <p:cNvSpPr txBox="1"/>
          <p:nvPr/>
        </p:nvSpPr>
        <p:spPr>
          <a:xfrm>
            <a:off x="6578536" y="5660803"/>
            <a:ext cx="5167312" cy="250507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Subnetting is the practice of dividing a larger network into smaller, manageable sub-networks or subnets. This technique helps improve network performance by reducing congestion and enhancing security. By isolating different segments of the network, subnetting allows for better traffic management, easier configuration, and improved data protection against potential threats.</a:t>
            </a:r>
          </a:p>
        </p:txBody>
      </p:sp>
      <p:pic>
        <p:nvPicPr>
          <p:cNvPr id="100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2042743" y="3371850"/>
            <a:ext cx="19050" cy="5143500"/>
          </a:xfrm>
          <a:prstGeom prst="rect">
            <a:avLst/>
          </a:prstGeom>
        </p:spPr>
      </p:pic>
      <p:pic>
        <p:nvPicPr>
          <p:cNvPr id="10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4274641" y="3371850"/>
            <a:ext cx="1369665" cy="1392436"/>
          </a:xfrm>
          <a:prstGeom prst="rect">
            <a:avLst/>
          </a:prstGeom>
        </p:spPr>
      </p:pic>
      <p:pic>
        <p:nvPicPr>
          <p:cNvPr id="1009" name="iconNode2">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extLst>
              <a:ext uri="{D8B2B1C4-2687-4235-A7D2-121F615A7B53}">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4628971" y="3726180"/>
            <a:ext cx="662940" cy="662940"/>
          </a:xfrm>
          <a:prstGeom prst="rect">
            <a:avLst/>
          </a:prstGeom>
        </p:spPr>
      </p:pic>
      <p:sp>
        <p:nvSpPr>
          <p:cNvPr id="1011" name="Primary Heading-2">
            <a:extLst>
              <a:ext uri="{FF2B5EF4-FFF2-40B4-BE49-F238E27FC236}">
                <a16:creationId xmlns:a16="http://schemas.microsoft.com/office/drawing/2014/main" id="{111B4A49-B930-4A89-A1CD-6CA2B3D95AED}"/>
              </a:ext>
            </a:extLst>
          </p:cNvPr>
          <p:cNvSpPr txBox="1"/>
          <p:nvPr/>
        </p:nvSpPr>
        <p:spPr>
          <a:xfrm>
            <a:off x="12395168" y="5124450"/>
            <a:ext cx="5167312" cy="390525"/>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Setting Up Virtual Networks</a:t>
            </a:r>
          </a:p>
        </p:txBody>
      </p:sp>
      <p:sp>
        <p:nvSpPr>
          <p:cNvPr id="1013" name="Description of a primary heading-2">
            <a:extLst>
              <a:ext uri="{FF2B5EF4-FFF2-40B4-BE49-F238E27FC236}">
                <a16:creationId xmlns:a16="http://schemas.microsoft.com/office/drawing/2014/main" id="{111B4A49-B930-4A89-A1CD-6CA2B3D95AED}"/>
              </a:ext>
            </a:extLst>
          </p:cNvPr>
          <p:cNvSpPr txBox="1"/>
          <p:nvPr/>
        </p:nvSpPr>
        <p:spPr>
          <a:xfrm>
            <a:off x="12395168" y="5660803"/>
            <a:ext cx="5167312"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Virtual networks are essential for creating isolated environments within cloud infrastructures. They allow organizations to segment their resources and control traffic flow, which is particularly important for security and management purposes. Setting up virtual networks involves defining network boundaries, configuring routing protocols, and establishing connectivity between resources, ensuring efficient and secure data exchange.</a:t>
            </a:r>
          </a:p>
        </p:txBody>
      </p:sp>
      <p:sp>
        <p:nvSpPr>
          <p:cNvPr id="1015" name="Click here to edit title-479">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Configuring Networks in Cloud Environments</a:t>
            </a:r>
          </a:p>
        </p:txBody>
      </p:sp>
      <p:sp>
        <p:nvSpPr>
          <p:cNvPr id="1017" name="Click here to edit subtitle-495">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Concepts for Efficient and Secure Data Exchange</a:t>
            </a:r>
          </a:p>
        </p:txBody>
      </p:sp>
    </p:spTree>
    <p:extLst>
      <p:ext uri="{BB962C8B-B14F-4D97-AF65-F5344CB8AC3E}">
        <p14:creationId xmlns:p14="http://schemas.microsoft.com/office/powerpoint/2010/main" val="36480479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0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1026" name="Type an image caption-1">
            <a:extLst>
              <a:ext uri="{FF2B5EF4-FFF2-40B4-BE49-F238E27FC236}">
                <a16:creationId xmlns:a16="http://schemas.microsoft.com/office/drawing/2014/main" id="{111B4A49-B930-4A89-A1CD-6CA2B3D95AED}"/>
              </a:ext>
            </a:extLst>
          </p:cNvPr>
          <p:cNvSpPr txBox="1"/>
          <p:nvPr/>
        </p:nvSpPr>
        <p:spPr>
          <a:xfrm>
            <a:off x="762000" y="3565684"/>
            <a:ext cx="5900738" cy="1714500"/>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Identify Network Connectivity Issues</a:t>
            </a:r>
          </a:p>
        </p:txBody>
      </p:sp>
      <p:sp>
        <p:nvSpPr>
          <p:cNvPr id="1028" name="A brief explanation about the image you have used-1">
            <a:extLst>
              <a:ext uri="{FF2B5EF4-FFF2-40B4-BE49-F238E27FC236}">
                <a16:creationId xmlns:a16="http://schemas.microsoft.com/office/drawing/2014/main" id="{111B4A49-B930-4A89-A1CD-6CA2B3D95AED}"/>
              </a:ext>
            </a:extLst>
          </p:cNvPr>
          <p:cNvSpPr txBox="1"/>
          <p:nvPr/>
        </p:nvSpPr>
        <p:spPr>
          <a:xfrm>
            <a:off x="762000" y="5380672"/>
            <a:ext cx="5900738" cy="203835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The first step in troubleshooting network issues is to identify what connectivity problems are present. This could involve checking devices for error messages, observing performance issues, or understanding user reports regarding connectivity failures.</a:t>
            </a:r>
          </a:p>
        </p:txBody>
      </p:sp>
      <p:pic>
        <p:nvPicPr>
          <p:cNvPr id="10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2879825"/>
            <a:ext cx="457200" cy="457200"/>
          </a:xfrm>
          <a:prstGeom prst="rect">
            <a:avLst/>
          </a:prstGeom>
        </p:spPr>
      </p:pic>
      <p:sp>
        <p:nvSpPr>
          <p:cNvPr id="1031" name="-462">
            <a:extLst>
              <a:ext uri="{FF2B5EF4-FFF2-40B4-BE49-F238E27FC236}">
                <a16:creationId xmlns:a16="http://schemas.microsoft.com/office/drawing/2014/main" id="{111B4A49-B930-4A89-A1CD-6CA2B3D95AED}"/>
              </a:ext>
            </a:extLst>
          </p:cNvPr>
          <p:cNvSpPr txBox="1"/>
          <p:nvPr/>
        </p:nvSpPr>
        <p:spPr>
          <a:xfrm>
            <a:off x="762000" y="2879884"/>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1</a:t>
            </a:r>
          </a:p>
        </p:txBody>
      </p:sp>
      <p:pic>
        <p:nvPicPr>
          <p:cNvPr id="10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654751" y="2592139"/>
            <a:ext cx="6809994" cy="5129784"/>
          </a:xfrm>
          <a:prstGeom prst="rect">
            <a:avLst/>
          </a:prstGeom>
        </p:spPr>
      </p:pic>
      <p:pic>
        <p:nvPicPr>
          <p:cNvPr id="1033"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rcRect/>
          <a:stretch/>
        </p:blipFill>
        <p:spPr>
          <a:xfrm>
            <a:off x="10692851" y="2630239"/>
            <a:ext cx="6755130" cy="5047488"/>
          </a:xfrm>
          <a:prstGeom prst="rect">
            <a:avLst/>
          </a:prstGeom>
        </p:spPr>
      </p:pic>
      <p:pic>
        <p:nvPicPr>
          <p:cNvPr id="10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9144149" y="2131516"/>
            <a:ext cx="8039576" cy="6055995"/>
          </a:xfrm>
          <a:prstGeom prst="rect">
            <a:avLst/>
          </a:prstGeom>
        </p:spPr>
      </p:pic>
      <p:pic>
        <p:nvPicPr>
          <p:cNvPr id="1035"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8">
            <a:alphaModFix/>
          </a:blip>
          <a:srcRect/>
          <a:stretch/>
        </p:blipFill>
        <p:spPr>
          <a:xfrm>
            <a:off x="9182249" y="2169616"/>
            <a:ext cx="7974806" cy="5958840"/>
          </a:xfrm>
          <a:prstGeom prst="rect">
            <a:avLst/>
          </a:prstGeom>
        </p:spPr>
      </p:pic>
      <p:pic>
        <p:nvPicPr>
          <p:cNvPr id="10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320706" y="1600051"/>
            <a:ext cx="9458325" cy="7124700"/>
          </a:xfrm>
          <a:prstGeom prst="rect">
            <a:avLst/>
          </a:prstGeom>
        </p:spPr>
      </p:pic>
      <p:pic>
        <p:nvPicPr>
          <p:cNvPr id="1037"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0">
            <a:alphaModFix/>
          </a:blip>
          <a:stretch/>
        </p:blipFill>
        <p:spPr>
          <a:xfrm>
            <a:off x="7358920" y="1638205"/>
            <a:ext cx="9382125" cy="7010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04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1045" name="Type an image caption-2">
            <a:extLst>
              <a:ext uri="{FF2B5EF4-FFF2-40B4-BE49-F238E27FC236}">
                <a16:creationId xmlns:a16="http://schemas.microsoft.com/office/drawing/2014/main" id="{111B4A49-B930-4A89-A1CD-6CA2B3D95AED}"/>
              </a:ext>
            </a:extLst>
          </p:cNvPr>
          <p:cNvSpPr txBox="1"/>
          <p:nvPr/>
        </p:nvSpPr>
        <p:spPr>
          <a:xfrm>
            <a:off x="762000" y="3362992"/>
            <a:ext cx="5900738" cy="1714500"/>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Utilize Diagnostic Tools</a:t>
            </a:r>
          </a:p>
        </p:txBody>
      </p:sp>
      <p:sp>
        <p:nvSpPr>
          <p:cNvPr id="1047" name="A brief explanation about the image you have used-2">
            <a:extLst>
              <a:ext uri="{FF2B5EF4-FFF2-40B4-BE49-F238E27FC236}">
                <a16:creationId xmlns:a16="http://schemas.microsoft.com/office/drawing/2014/main" id="{111B4A49-B930-4A89-A1CD-6CA2B3D95AED}"/>
              </a:ext>
            </a:extLst>
          </p:cNvPr>
          <p:cNvSpPr txBox="1"/>
          <p:nvPr/>
        </p:nvSpPr>
        <p:spPr>
          <a:xfrm>
            <a:off x="762000" y="5177980"/>
            <a:ext cx="5900738" cy="24384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Employ various tools that aid in diagnosing network issues, including 'ping' to check connectivity between devices, 'traceroute' to analyze the path packets take through the network, and specialized network analysis tools that provide deeper insights into traffic patterns and potential bottlenecks.</a:t>
            </a:r>
          </a:p>
        </p:txBody>
      </p:sp>
      <p:pic>
        <p:nvPicPr>
          <p:cNvPr id="104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2677192"/>
            <a:ext cx="457200" cy="457200"/>
          </a:xfrm>
          <a:prstGeom prst="rect">
            <a:avLst/>
          </a:prstGeom>
        </p:spPr>
      </p:pic>
      <p:sp>
        <p:nvSpPr>
          <p:cNvPr id="1050" name="-414">
            <a:extLst>
              <a:ext uri="{FF2B5EF4-FFF2-40B4-BE49-F238E27FC236}">
                <a16:creationId xmlns:a16="http://schemas.microsoft.com/office/drawing/2014/main" id="{111B4A49-B930-4A89-A1CD-6CA2B3D95AED}"/>
              </a:ext>
            </a:extLst>
          </p:cNvPr>
          <p:cNvSpPr txBox="1"/>
          <p:nvPr/>
        </p:nvSpPr>
        <p:spPr>
          <a:xfrm>
            <a:off x="762000" y="2677192"/>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2</a:t>
            </a:r>
          </a:p>
        </p:txBody>
      </p:sp>
      <p:pic>
        <p:nvPicPr>
          <p:cNvPr id="10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654751" y="2592139"/>
            <a:ext cx="6809994" cy="5129784"/>
          </a:xfrm>
          <a:prstGeom prst="rect">
            <a:avLst/>
          </a:prstGeom>
        </p:spPr>
      </p:pic>
      <p:pic>
        <p:nvPicPr>
          <p:cNvPr id="1052"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rcRect/>
          <a:stretch/>
        </p:blipFill>
        <p:spPr>
          <a:xfrm>
            <a:off x="10692851" y="2630239"/>
            <a:ext cx="6755130" cy="5047488"/>
          </a:xfrm>
          <a:prstGeom prst="rect">
            <a:avLst/>
          </a:prstGeom>
        </p:spPr>
      </p:pic>
      <p:pic>
        <p:nvPicPr>
          <p:cNvPr id="105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9144149" y="2131516"/>
            <a:ext cx="8039576" cy="6055995"/>
          </a:xfrm>
          <a:prstGeom prst="rect">
            <a:avLst/>
          </a:prstGeom>
        </p:spPr>
      </p:pic>
      <p:pic>
        <p:nvPicPr>
          <p:cNvPr id="1054"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8">
            <a:alphaModFix/>
          </a:blip>
          <a:srcRect/>
          <a:stretch/>
        </p:blipFill>
        <p:spPr>
          <a:xfrm>
            <a:off x="9182249" y="2169616"/>
            <a:ext cx="7974806" cy="5958840"/>
          </a:xfrm>
          <a:prstGeom prst="rect">
            <a:avLst/>
          </a:prstGeom>
        </p:spPr>
      </p:pic>
      <p:pic>
        <p:nvPicPr>
          <p:cNvPr id="105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320820" y="1600105"/>
            <a:ext cx="9458325" cy="7124700"/>
          </a:xfrm>
          <a:prstGeom prst="rect">
            <a:avLst/>
          </a:prstGeom>
        </p:spPr>
      </p:pic>
      <p:pic>
        <p:nvPicPr>
          <p:cNvPr id="1056"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0">
            <a:alphaModFix/>
          </a:blip>
          <a:stretch/>
        </p:blipFill>
        <p:spPr>
          <a:xfrm>
            <a:off x="7358920" y="1638205"/>
            <a:ext cx="9382125" cy="7010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0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1064" name="Type an image caption-3">
            <a:extLst>
              <a:ext uri="{FF2B5EF4-FFF2-40B4-BE49-F238E27FC236}">
                <a16:creationId xmlns:a16="http://schemas.microsoft.com/office/drawing/2014/main" id="{111B4A49-B930-4A89-A1CD-6CA2B3D95AED}"/>
              </a:ext>
            </a:extLst>
          </p:cNvPr>
          <p:cNvSpPr txBox="1"/>
          <p:nvPr/>
        </p:nvSpPr>
        <p:spPr>
          <a:xfrm>
            <a:off x="762000" y="3788188"/>
            <a:ext cx="5900738" cy="857250"/>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Ping Command</a:t>
            </a:r>
          </a:p>
        </p:txBody>
      </p:sp>
      <p:sp>
        <p:nvSpPr>
          <p:cNvPr id="1066" name="A brief explanation about the image you have used-3">
            <a:extLst>
              <a:ext uri="{FF2B5EF4-FFF2-40B4-BE49-F238E27FC236}">
                <a16:creationId xmlns:a16="http://schemas.microsoft.com/office/drawing/2014/main" id="{111B4A49-B930-4A89-A1CD-6CA2B3D95AED}"/>
              </a:ext>
            </a:extLst>
          </p:cNvPr>
          <p:cNvSpPr txBox="1"/>
          <p:nvPr/>
        </p:nvSpPr>
        <p:spPr>
          <a:xfrm>
            <a:off x="762000" y="4752880"/>
            <a:ext cx="5900738" cy="24384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The ping command is a fundamental tool used to determine if a device is reachable across the network. By sending packets to a target IP and waiting for a response, you can quickly ascertain whether the issue lies with that specific device or elsewhere in the network.</a:t>
            </a:r>
          </a:p>
        </p:txBody>
      </p:sp>
      <p:pic>
        <p:nvPicPr>
          <p:cNvPr id="10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3102388"/>
            <a:ext cx="457200" cy="457200"/>
          </a:xfrm>
          <a:prstGeom prst="rect">
            <a:avLst/>
          </a:prstGeom>
        </p:spPr>
      </p:pic>
      <p:sp>
        <p:nvSpPr>
          <p:cNvPr id="1069" name="-433">
            <a:extLst>
              <a:ext uri="{FF2B5EF4-FFF2-40B4-BE49-F238E27FC236}">
                <a16:creationId xmlns:a16="http://schemas.microsoft.com/office/drawing/2014/main" id="{111B4A49-B930-4A89-A1CD-6CA2B3D95AED}"/>
              </a:ext>
            </a:extLst>
          </p:cNvPr>
          <p:cNvSpPr txBox="1"/>
          <p:nvPr/>
        </p:nvSpPr>
        <p:spPr>
          <a:xfrm>
            <a:off x="762000" y="3102388"/>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3</a:t>
            </a:r>
          </a:p>
        </p:txBody>
      </p:sp>
      <p:pic>
        <p:nvPicPr>
          <p:cNvPr id="107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654751" y="2592139"/>
            <a:ext cx="6809994" cy="5129784"/>
          </a:xfrm>
          <a:prstGeom prst="rect">
            <a:avLst/>
          </a:prstGeom>
        </p:spPr>
      </p:pic>
      <p:pic>
        <p:nvPicPr>
          <p:cNvPr id="1071"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rcRect/>
          <a:stretch/>
        </p:blipFill>
        <p:spPr>
          <a:xfrm>
            <a:off x="10692851" y="2630239"/>
            <a:ext cx="6755130" cy="5047488"/>
          </a:xfrm>
          <a:prstGeom prst="rect">
            <a:avLst/>
          </a:prstGeom>
        </p:spPr>
      </p:pic>
      <p:pic>
        <p:nvPicPr>
          <p:cNvPr id="10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9144149" y="2131516"/>
            <a:ext cx="8039576" cy="6055995"/>
          </a:xfrm>
          <a:prstGeom prst="rect">
            <a:avLst/>
          </a:prstGeom>
        </p:spPr>
      </p:pic>
      <p:pic>
        <p:nvPicPr>
          <p:cNvPr id="1073"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8">
            <a:alphaModFix/>
          </a:blip>
          <a:srcRect/>
          <a:stretch/>
        </p:blipFill>
        <p:spPr>
          <a:xfrm>
            <a:off x="9182249" y="2169616"/>
            <a:ext cx="7974806" cy="5958840"/>
          </a:xfrm>
          <a:prstGeom prst="rect">
            <a:avLst/>
          </a:prstGeom>
        </p:spPr>
      </p:pic>
      <p:pic>
        <p:nvPicPr>
          <p:cNvPr id="10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320820" y="1600105"/>
            <a:ext cx="9458325" cy="7124700"/>
          </a:xfrm>
          <a:prstGeom prst="rect">
            <a:avLst/>
          </a:prstGeom>
        </p:spPr>
      </p:pic>
      <p:pic>
        <p:nvPicPr>
          <p:cNvPr id="1075"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0">
            <a:alphaModFix/>
          </a:blip>
          <a:stretch/>
        </p:blipFill>
        <p:spPr>
          <a:xfrm>
            <a:off x="7358920" y="1638205"/>
            <a:ext cx="9382125" cy="7010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08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1083" name="Type an image caption-4">
            <a:extLst>
              <a:ext uri="{FF2B5EF4-FFF2-40B4-BE49-F238E27FC236}">
                <a16:creationId xmlns:a16="http://schemas.microsoft.com/office/drawing/2014/main" id="{111B4A49-B930-4A89-A1CD-6CA2B3D95AED}"/>
              </a:ext>
            </a:extLst>
          </p:cNvPr>
          <p:cNvSpPr txBox="1"/>
          <p:nvPr/>
        </p:nvSpPr>
        <p:spPr>
          <a:xfrm>
            <a:off x="762000" y="4193476"/>
            <a:ext cx="5900738" cy="857250"/>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Traceroute Utility</a:t>
            </a:r>
          </a:p>
        </p:txBody>
      </p:sp>
      <p:sp>
        <p:nvSpPr>
          <p:cNvPr id="1085" name="A brief explanation about the image you have used-4">
            <a:extLst>
              <a:ext uri="{FF2B5EF4-FFF2-40B4-BE49-F238E27FC236}">
                <a16:creationId xmlns:a16="http://schemas.microsoft.com/office/drawing/2014/main" id="{111B4A49-B930-4A89-A1CD-6CA2B3D95AED}"/>
              </a:ext>
            </a:extLst>
          </p:cNvPr>
          <p:cNvSpPr txBox="1"/>
          <p:nvPr/>
        </p:nvSpPr>
        <p:spPr>
          <a:xfrm>
            <a:off x="762000" y="5158168"/>
            <a:ext cx="5900738" cy="1628775"/>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Traceroute is essential for visualizing the route that data takes to reach a destination. It helps identify where delays or failures occur along the network path, allowing for more targeted troubleshooting efforts.</a:t>
            </a:r>
          </a:p>
        </p:txBody>
      </p:sp>
      <p:pic>
        <p:nvPicPr>
          <p:cNvPr id="10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3507676"/>
            <a:ext cx="457200" cy="457200"/>
          </a:xfrm>
          <a:prstGeom prst="rect">
            <a:avLst/>
          </a:prstGeom>
        </p:spPr>
      </p:pic>
      <p:sp>
        <p:nvSpPr>
          <p:cNvPr id="1088" name="-471">
            <a:extLst>
              <a:ext uri="{FF2B5EF4-FFF2-40B4-BE49-F238E27FC236}">
                <a16:creationId xmlns:a16="http://schemas.microsoft.com/office/drawing/2014/main" id="{111B4A49-B930-4A89-A1CD-6CA2B3D95AED}"/>
              </a:ext>
            </a:extLst>
          </p:cNvPr>
          <p:cNvSpPr txBox="1"/>
          <p:nvPr/>
        </p:nvSpPr>
        <p:spPr>
          <a:xfrm>
            <a:off x="762000" y="3507676"/>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4</a:t>
            </a:r>
          </a:p>
        </p:txBody>
      </p:sp>
      <p:pic>
        <p:nvPicPr>
          <p:cNvPr id="10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654751" y="2592139"/>
            <a:ext cx="6809994" cy="5129784"/>
          </a:xfrm>
          <a:prstGeom prst="rect">
            <a:avLst/>
          </a:prstGeom>
        </p:spPr>
      </p:pic>
      <p:pic>
        <p:nvPicPr>
          <p:cNvPr id="1090"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rcRect/>
          <a:stretch/>
        </p:blipFill>
        <p:spPr>
          <a:xfrm>
            <a:off x="10692851" y="2630239"/>
            <a:ext cx="6755130" cy="5047488"/>
          </a:xfrm>
          <a:prstGeom prst="rect">
            <a:avLst/>
          </a:prstGeom>
        </p:spPr>
      </p:pic>
      <p:pic>
        <p:nvPicPr>
          <p:cNvPr id="10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9144149" y="2131516"/>
            <a:ext cx="8039576" cy="6055995"/>
          </a:xfrm>
          <a:prstGeom prst="rect">
            <a:avLst/>
          </a:prstGeom>
        </p:spPr>
      </p:pic>
      <p:pic>
        <p:nvPicPr>
          <p:cNvPr id="1092"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8">
            <a:alphaModFix/>
          </a:blip>
          <a:srcRect/>
          <a:stretch/>
        </p:blipFill>
        <p:spPr>
          <a:xfrm>
            <a:off x="9182249" y="2169616"/>
            <a:ext cx="7974806" cy="5958840"/>
          </a:xfrm>
          <a:prstGeom prst="rect">
            <a:avLst/>
          </a:prstGeom>
        </p:spPr>
      </p:pic>
      <p:pic>
        <p:nvPicPr>
          <p:cNvPr id="10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320820" y="1600105"/>
            <a:ext cx="9458325" cy="7124700"/>
          </a:xfrm>
          <a:prstGeom prst="rect">
            <a:avLst/>
          </a:prstGeom>
        </p:spPr>
      </p:pic>
      <p:pic>
        <p:nvPicPr>
          <p:cNvPr id="1094"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0">
            <a:alphaModFix/>
          </a:blip>
          <a:stretch/>
        </p:blipFill>
        <p:spPr>
          <a:xfrm>
            <a:off x="7358920" y="1638205"/>
            <a:ext cx="9382125" cy="7010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1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1102" name="Type an image caption-5">
            <a:extLst>
              <a:ext uri="{FF2B5EF4-FFF2-40B4-BE49-F238E27FC236}">
                <a16:creationId xmlns:a16="http://schemas.microsoft.com/office/drawing/2014/main" id="{111B4A49-B930-4A89-A1CD-6CA2B3D95AED}"/>
              </a:ext>
            </a:extLst>
          </p:cNvPr>
          <p:cNvSpPr txBox="1"/>
          <p:nvPr/>
        </p:nvSpPr>
        <p:spPr>
          <a:xfrm>
            <a:off x="762000" y="3565684"/>
            <a:ext cx="5900738" cy="1714500"/>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Network Analysis Tools</a:t>
            </a:r>
          </a:p>
        </p:txBody>
      </p:sp>
      <p:sp>
        <p:nvSpPr>
          <p:cNvPr id="1104" name="A brief explanation about the image you have used-5">
            <a:extLst>
              <a:ext uri="{FF2B5EF4-FFF2-40B4-BE49-F238E27FC236}">
                <a16:creationId xmlns:a16="http://schemas.microsoft.com/office/drawing/2014/main" id="{111B4A49-B930-4A89-A1CD-6CA2B3D95AED}"/>
              </a:ext>
            </a:extLst>
          </p:cNvPr>
          <p:cNvSpPr txBox="1"/>
          <p:nvPr/>
        </p:nvSpPr>
        <p:spPr>
          <a:xfrm>
            <a:off x="762000" y="5380672"/>
            <a:ext cx="5900738" cy="203835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Advanced network analysis tools provide extensive monitoring capabilities. These tools can analyze traffic, detect anomalies, and offer insights into overall network health, facilitating proactive management and issue resolution.</a:t>
            </a:r>
          </a:p>
        </p:txBody>
      </p:sp>
      <p:pic>
        <p:nvPicPr>
          <p:cNvPr id="11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2879884"/>
            <a:ext cx="457200" cy="457200"/>
          </a:xfrm>
          <a:prstGeom prst="rect">
            <a:avLst/>
          </a:prstGeom>
        </p:spPr>
      </p:pic>
      <p:sp>
        <p:nvSpPr>
          <p:cNvPr id="1107" name="-452">
            <a:extLst>
              <a:ext uri="{FF2B5EF4-FFF2-40B4-BE49-F238E27FC236}">
                <a16:creationId xmlns:a16="http://schemas.microsoft.com/office/drawing/2014/main" id="{111B4A49-B930-4A89-A1CD-6CA2B3D95AED}"/>
              </a:ext>
            </a:extLst>
          </p:cNvPr>
          <p:cNvSpPr txBox="1"/>
          <p:nvPr/>
        </p:nvSpPr>
        <p:spPr>
          <a:xfrm>
            <a:off x="762000" y="2879884"/>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5</a:t>
            </a:r>
          </a:p>
        </p:txBody>
      </p:sp>
      <p:pic>
        <p:nvPicPr>
          <p:cNvPr id="110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144149" y="2131516"/>
            <a:ext cx="8039576" cy="6055995"/>
          </a:xfrm>
          <a:prstGeom prst="rect">
            <a:avLst/>
          </a:prstGeom>
        </p:spPr>
      </p:pic>
      <p:pic>
        <p:nvPicPr>
          <p:cNvPr id="1109"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rcRect/>
          <a:stretch/>
        </p:blipFill>
        <p:spPr>
          <a:xfrm>
            <a:off x="9182249" y="2169616"/>
            <a:ext cx="7974806" cy="5958840"/>
          </a:xfrm>
          <a:prstGeom prst="rect">
            <a:avLst/>
          </a:prstGeom>
        </p:spPr>
      </p:pic>
      <p:pic>
        <p:nvPicPr>
          <p:cNvPr id="11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7320820" y="1600105"/>
            <a:ext cx="9458325" cy="7124700"/>
          </a:xfrm>
          <a:prstGeom prst="rect">
            <a:avLst/>
          </a:prstGeom>
        </p:spPr>
      </p:pic>
      <p:pic>
        <p:nvPicPr>
          <p:cNvPr id="1111"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8">
            <a:alphaModFix/>
          </a:blip>
          <a:stretch/>
        </p:blipFill>
        <p:spPr>
          <a:xfrm>
            <a:off x="7358920" y="1638205"/>
            <a:ext cx="9382125" cy="7010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11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1119" name="Type an image caption-6">
            <a:extLst>
              <a:ext uri="{FF2B5EF4-FFF2-40B4-BE49-F238E27FC236}">
                <a16:creationId xmlns:a16="http://schemas.microsoft.com/office/drawing/2014/main" id="{111B4A49-B930-4A89-A1CD-6CA2B3D95AED}"/>
              </a:ext>
            </a:extLst>
          </p:cNvPr>
          <p:cNvSpPr txBox="1"/>
          <p:nvPr/>
        </p:nvSpPr>
        <p:spPr>
          <a:xfrm>
            <a:off x="762000" y="3140488"/>
            <a:ext cx="5900738" cy="2562225"/>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Regular Maintenance and Monitoring</a:t>
            </a:r>
          </a:p>
        </p:txBody>
      </p:sp>
      <p:sp>
        <p:nvSpPr>
          <p:cNvPr id="1121" name="A brief explanation about the image you have used-6">
            <a:extLst>
              <a:ext uri="{FF2B5EF4-FFF2-40B4-BE49-F238E27FC236}">
                <a16:creationId xmlns:a16="http://schemas.microsoft.com/office/drawing/2014/main" id="{111B4A49-B930-4A89-A1CD-6CA2B3D95AED}"/>
              </a:ext>
            </a:extLst>
          </p:cNvPr>
          <p:cNvSpPr txBox="1"/>
          <p:nvPr/>
        </p:nvSpPr>
        <p:spPr>
          <a:xfrm>
            <a:off x="762000" y="5805868"/>
            <a:ext cx="5900738" cy="203835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To maintain robust cloud networks, regular monitoring and maintenance are crucial. Implementing routine checks with diagnostic tools helps catch potential issues before they escalate into significant problems, ensuring continuous connectivity and performance.</a:t>
            </a:r>
          </a:p>
        </p:txBody>
      </p:sp>
      <p:pic>
        <p:nvPicPr>
          <p:cNvPr id="112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2454688"/>
            <a:ext cx="457200" cy="457200"/>
          </a:xfrm>
          <a:prstGeom prst="rect">
            <a:avLst/>
          </a:prstGeom>
        </p:spPr>
      </p:pic>
      <p:sp>
        <p:nvSpPr>
          <p:cNvPr id="1124" name="-460">
            <a:extLst>
              <a:ext uri="{FF2B5EF4-FFF2-40B4-BE49-F238E27FC236}">
                <a16:creationId xmlns:a16="http://schemas.microsoft.com/office/drawing/2014/main" id="{111B4A49-B930-4A89-A1CD-6CA2B3D95AED}"/>
              </a:ext>
            </a:extLst>
          </p:cNvPr>
          <p:cNvSpPr txBox="1"/>
          <p:nvPr/>
        </p:nvSpPr>
        <p:spPr>
          <a:xfrm>
            <a:off x="762000" y="2454688"/>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6</a:t>
            </a:r>
          </a:p>
        </p:txBody>
      </p:sp>
      <p:pic>
        <p:nvPicPr>
          <p:cNvPr id="112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320820" y="1600105"/>
            <a:ext cx="9458325" cy="7124700"/>
          </a:xfrm>
          <a:prstGeom prst="rect">
            <a:avLst/>
          </a:prstGeom>
        </p:spPr>
      </p:pic>
      <p:pic>
        <p:nvPicPr>
          <p:cNvPr id="1126"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tretch/>
        </p:blipFill>
        <p:spPr>
          <a:xfrm>
            <a:off x="7358920" y="1638205"/>
            <a:ext cx="9382125" cy="7010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1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4170045"/>
            <a:ext cx="228600" cy="6391275"/>
          </a:xfrm>
          <a:prstGeom prst="rect">
            <a:avLst/>
          </a:prstGeom>
        </p:spPr>
      </p:pic>
      <p:pic>
        <p:nvPicPr>
          <p:cNvPr id="11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332910"/>
            <a:ext cx="5486400" cy="228600"/>
          </a:xfrm>
          <a:prstGeom prst="rect">
            <a:avLst/>
          </a:prstGeom>
        </p:spPr>
      </p:pic>
      <p:pic>
        <p:nvPicPr>
          <p:cNvPr id="118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1036320"/>
            <a:ext cx="3886200" cy="8801100"/>
          </a:xfrm>
          <a:prstGeom prst="rect">
            <a:avLst/>
          </a:prstGeom>
        </p:spPr>
      </p:pic>
      <p:pic>
        <p:nvPicPr>
          <p:cNvPr id="1183" name="c8c370b2-0263-4298-ab86-d5dc101cef26">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tretch/>
        </p:blipFill>
        <p:spPr>
          <a:xfrm>
            <a:off x="800100" y="1074420"/>
            <a:ext cx="3810000" cy="8686800"/>
          </a:xfrm>
          <a:prstGeom prst="rect">
            <a:avLst/>
          </a:prstGeom>
        </p:spPr>
      </p:pic>
      <p:pic>
        <p:nvPicPr>
          <p:cNvPr id="11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372100" y="3343370"/>
            <a:ext cx="171450" cy="171450"/>
          </a:xfrm>
          <a:prstGeom prst="rect">
            <a:avLst/>
          </a:prstGeom>
        </p:spPr>
      </p:pic>
      <p:sp>
        <p:nvSpPr>
          <p:cNvPr id="1187" name="Primary Heading-0">
            <a:extLst>
              <a:ext uri="{FF2B5EF4-FFF2-40B4-BE49-F238E27FC236}">
                <a16:creationId xmlns:a16="http://schemas.microsoft.com/office/drawing/2014/main" id="{111B4A49-B930-4A89-A1CD-6CA2B3D95AED}"/>
              </a:ext>
            </a:extLst>
          </p:cNvPr>
          <p:cNvSpPr txBox="1"/>
          <p:nvPr/>
        </p:nvSpPr>
        <p:spPr>
          <a:xfrm>
            <a:off x="5772150" y="3237166"/>
            <a:ext cx="117871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Implementing SSH Keys</a:t>
            </a:r>
          </a:p>
        </p:txBody>
      </p:sp>
      <p:sp>
        <p:nvSpPr>
          <p:cNvPr id="1189" name="Description of a primary heading-0">
            <a:extLst>
              <a:ext uri="{FF2B5EF4-FFF2-40B4-BE49-F238E27FC236}">
                <a16:creationId xmlns:a16="http://schemas.microsoft.com/office/drawing/2014/main" id="{111B4A49-B930-4A89-A1CD-6CA2B3D95AED}"/>
              </a:ext>
            </a:extLst>
          </p:cNvPr>
          <p:cNvSpPr txBox="1"/>
          <p:nvPr/>
        </p:nvSpPr>
        <p:spPr>
          <a:xfrm>
            <a:off x="5772150" y="3697414"/>
            <a:ext cx="11787188" cy="107632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SSH keys provide a more secure authentication method than traditional passwords. By using a pair of cryptographic keys, users can access remote Linux systems without exposing sensitive credentials, significantly reducing the risk of unauthorized access. This method is particularly effective in environments where multiple users require access to a shared server.</a:t>
            </a:r>
          </a:p>
        </p:txBody>
      </p:sp>
      <p:pic>
        <p:nvPicPr>
          <p:cNvPr id="11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372100" y="5100518"/>
            <a:ext cx="12153900" cy="19050"/>
          </a:xfrm>
          <a:prstGeom prst="rect">
            <a:avLst/>
          </a:prstGeom>
        </p:spPr>
      </p:pic>
      <p:pic>
        <p:nvPicPr>
          <p:cNvPr id="11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372100" y="5559171"/>
            <a:ext cx="171450" cy="171450"/>
          </a:xfrm>
          <a:prstGeom prst="rect">
            <a:avLst/>
          </a:prstGeom>
        </p:spPr>
      </p:pic>
      <p:sp>
        <p:nvSpPr>
          <p:cNvPr id="1195" name="Primary Heading-1">
            <a:extLst>
              <a:ext uri="{FF2B5EF4-FFF2-40B4-BE49-F238E27FC236}">
                <a16:creationId xmlns:a16="http://schemas.microsoft.com/office/drawing/2014/main" id="{111B4A49-B930-4A89-A1CD-6CA2B3D95AED}"/>
              </a:ext>
            </a:extLst>
          </p:cNvPr>
          <p:cNvSpPr txBox="1"/>
          <p:nvPr/>
        </p:nvSpPr>
        <p:spPr>
          <a:xfrm>
            <a:off x="5772150" y="5452967"/>
            <a:ext cx="117871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Establishing VPN Tunnels</a:t>
            </a:r>
          </a:p>
        </p:txBody>
      </p:sp>
      <p:sp>
        <p:nvSpPr>
          <p:cNvPr id="1197" name="Description of a primary heading-1">
            <a:extLst>
              <a:ext uri="{FF2B5EF4-FFF2-40B4-BE49-F238E27FC236}">
                <a16:creationId xmlns:a16="http://schemas.microsoft.com/office/drawing/2014/main" id="{111B4A49-B930-4A89-A1CD-6CA2B3D95AED}"/>
              </a:ext>
            </a:extLst>
          </p:cNvPr>
          <p:cNvSpPr txBox="1"/>
          <p:nvPr/>
        </p:nvSpPr>
        <p:spPr>
          <a:xfrm>
            <a:off x="5772150" y="5913120"/>
            <a:ext cx="11787188" cy="107632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Virtual Private Networks (VPNs) create secure, encrypted connections over the internet. By establishing VPN tunnels, organizations can safeguard their data transmissions from eavesdropping and man-in-the-middle attacks. This is essential for remote workers and for connecting multiple branch offices securely, ensuring that sensitive information remains confidential.</a:t>
            </a:r>
          </a:p>
        </p:txBody>
      </p:sp>
      <p:pic>
        <p:nvPicPr>
          <p:cNvPr id="11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372100" y="7316248"/>
            <a:ext cx="12153900" cy="19050"/>
          </a:xfrm>
          <a:prstGeom prst="rect">
            <a:avLst/>
          </a:prstGeom>
        </p:spPr>
      </p:pic>
      <p:pic>
        <p:nvPicPr>
          <p:cNvPr id="120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372100" y="7774876"/>
            <a:ext cx="171450" cy="171450"/>
          </a:xfrm>
          <a:prstGeom prst="rect">
            <a:avLst/>
          </a:prstGeom>
        </p:spPr>
      </p:pic>
      <p:sp>
        <p:nvSpPr>
          <p:cNvPr id="1203" name="Primary Heading-2">
            <a:extLst>
              <a:ext uri="{FF2B5EF4-FFF2-40B4-BE49-F238E27FC236}">
                <a16:creationId xmlns:a16="http://schemas.microsoft.com/office/drawing/2014/main" id="{111B4A49-B930-4A89-A1CD-6CA2B3D95AED}"/>
              </a:ext>
            </a:extLst>
          </p:cNvPr>
          <p:cNvSpPr txBox="1"/>
          <p:nvPr/>
        </p:nvSpPr>
        <p:spPr>
          <a:xfrm>
            <a:off x="5772150" y="7668673"/>
            <a:ext cx="117871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Utilizing Encryption Protocols</a:t>
            </a:r>
          </a:p>
        </p:txBody>
      </p:sp>
      <p:sp>
        <p:nvSpPr>
          <p:cNvPr id="1205" name="Description of a primary heading-2">
            <a:extLst>
              <a:ext uri="{FF2B5EF4-FFF2-40B4-BE49-F238E27FC236}">
                <a16:creationId xmlns:a16="http://schemas.microsoft.com/office/drawing/2014/main" id="{111B4A49-B930-4A89-A1CD-6CA2B3D95AED}"/>
              </a:ext>
            </a:extLst>
          </p:cNvPr>
          <p:cNvSpPr txBox="1"/>
          <p:nvPr/>
        </p:nvSpPr>
        <p:spPr>
          <a:xfrm>
            <a:off x="5772150" y="8128826"/>
            <a:ext cx="11787188" cy="107632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Encryption protocols like TLS and IPsec are vital for securing data in transit across Linux networks. By encrypting data packets, these protocols protect sensitive information from being intercepted during transmission. The implementation of such protocols not only enhances data security but also ensures compliance with regulatory standards for data protection.</a:t>
            </a:r>
          </a:p>
        </p:txBody>
      </p:sp>
      <p:pic>
        <p:nvPicPr>
          <p:cNvPr id="12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372100" y="9532048"/>
            <a:ext cx="12153900" cy="19050"/>
          </a:xfrm>
          <a:prstGeom prst="rect">
            <a:avLst/>
          </a:prstGeom>
        </p:spPr>
      </p:pic>
      <p:sp>
        <p:nvSpPr>
          <p:cNvPr id="1209" name="Click here to edit title-401">
            <a:extLst>
              <a:ext uri="{FF2B5EF4-FFF2-40B4-BE49-F238E27FC236}">
                <a16:creationId xmlns:a16="http://schemas.microsoft.com/office/drawing/2014/main" id="{111B4A49-B930-4A89-A1CD-6CA2B3D95AED}"/>
              </a:ext>
            </a:extLst>
          </p:cNvPr>
          <p:cNvSpPr txBox="1"/>
          <p:nvPr/>
        </p:nvSpPr>
        <p:spPr>
          <a:xfrm>
            <a:off x="5372100" y="998220"/>
            <a:ext cx="121872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Security Measures for Linux Networks</a:t>
            </a:r>
          </a:p>
        </p:txBody>
      </p:sp>
      <p:sp>
        <p:nvSpPr>
          <p:cNvPr id="1211" name="Click here to edit subtitle-401">
            <a:extLst>
              <a:ext uri="{FF2B5EF4-FFF2-40B4-BE49-F238E27FC236}">
                <a16:creationId xmlns:a16="http://schemas.microsoft.com/office/drawing/2014/main" id="{111B4A49-B930-4A89-A1CD-6CA2B3D95AED}"/>
              </a:ext>
            </a:extLst>
          </p:cNvPr>
          <p:cNvSpPr txBox="1"/>
          <p:nvPr/>
        </p:nvSpPr>
        <p:spPr>
          <a:xfrm>
            <a:off x="5372100" y="1722120"/>
            <a:ext cx="121872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Strategies for Data Protection</a:t>
            </a:r>
          </a:p>
        </p:txBody>
      </p:sp>
    </p:spTree>
    <p:extLst>
      <p:ext uri="{BB962C8B-B14F-4D97-AF65-F5344CB8AC3E}">
        <p14:creationId xmlns:p14="http://schemas.microsoft.com/office/powerpoint/2010/main" val="3648047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20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20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20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568130"/>
            <a:ext cx="419100" cy="419100"/>
          </a:xfrm>
          <a:prstGeom prst="rect">
            <a:avLst/>
          </a:prstGeom>
        </p:spPr>
      </p:pic>
      <p:sp>
        <p:nvSpPr>
          <p:cNvPr id="2028" name="-0">
            <a:extLst>
              <a:ext uri="{FF2B5EF4-FFF2-40B4-BE49-F238E27FC236}">
                <a16:creationId xmlns:a16="http://schemas.microsoft.com/office/drawing/2014/main" id="{111B4A49-B930-4A89-A1CD-6CA2B3D95AED}"/>
              </a:ext>
            </a:extLst>
          </p:cNvPr>
          <p:cNvSpPr txBox="1"/>
          <p:nvPr/>
        </p:nvSpPr>
        <p:spPr>
          <a:xfrm>
            <a:off x="901065" y="2557653"/>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1</a:t>
            </a:r>
          </a:p>
        </p:txBody>
      </p:sp>
      <p:sp>
        <p:nvSpPr>
          <p:cNvPr id="2030" name="Primary Heading-0">
            <a:extLst>
              <a:ext uri="{FF2B5EF4-FFF2-40B4-BE49-F238E27FC236}">
                <a16:creationId xmlns:a16="http://schemas.microsoft.com/office/drawing/2014/main" id="{111B4A49-B930-4A89-A1CD-6CA2B3D95AED}"/>
              </a:ext>
            </a:extLst>
          </p:cNvPr>
          <p:cNvSpPr txBox="1"/>
          <p:nvPr/>
        </p:nvSpPr>
        <p:spPr>
          <a:xfrm>
            <a:off x="1409700" y="2568130"/>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System Administration</a:t>
            </a:r>
          </a:p>
        </p:txBody>
      </p:sp>
      <p:sp>
        <p:nvSpPr>
          <p:cNvPr id="2032" name="Description of a primary heading-0">
            <a:extLst>
              <a:ext uri="{FF2B5EF4-FFF2-40B4-BE49-F238E27FC236}">
                <a16:creationId xmlns:a16="http://schemas.microsoft.com/office/drawing/2014/main" id="{111B4A49-B930-4A89-A1CD-6CA2B3D95AED}"/>
              </a:ext>
            </a:extLst>
          </p:cNvPr>
          <p:cNvSpPr txBox="1"/>
          <p:nvPr/>
        </p:nvSpPr>
        <p:spPr>
          <a:xfrm>
            <a:off x="1409700" y="302837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Mastering system administration is foundational in advanced Linux. This includes managing user accounts, file systems, and services, alongside troubleshooting hardware and software issues to ensure optimal system performance. IT professionals must be adept at using command-line tools for efficient system management.</a:t>
            </a:r>
          </a:p>
        </p:txBody>
      </p:sp>
      <p:pic>
        <p:nvPicPr>
          <p:cNvPr id="20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074890"/>
            <a:ext cx="16764000" cy="19050"/>
          </a:xfrm>
          <a:prstGeom prst="rect">
            <a:avLst/>
          </a:prstGeom>
        </p:spPr>
      </p:pic>
      <p:pic>
        <p:nvPicPr>
          <p:cNvPr id="20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4427315"/>
            <a:ext cx="419100" cy="419100"/>
          </a:xfrm>
          <a:prstGeom prst="rect">
            <a:avLst/>
          </a:prstGeom>
        </p:spPr>
      </p:pic>
      <p:sp>
        <p:nvSpPr>
          <p:cNvPr id="2038" name="-1">
            <a:extLst>
              <a:ext uri="{FF2B5EF4-FFF2-40B4-BE49-F238E27FC236}">
                <a16:creationId xmlns:a16="http://schemas.microsoft.com/office/drawing/2014/main" id="{111B4A49-B930-4A89-A1CD-6CA2B3D95AED}"/>
              </a:ext>
            </a:extLst>
          </p:cNvPr>
          <p:cNvSpPr txBox="1"/>
          <p:nvPr/>
        </p:nvSpPr>
        <p:spPr>
          <a:xfrm>
            <a:off x="901065" y="4416838"/>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2</a:t>
            </a:r>
          </a:p>
        </p:txBody>
      </p:sp>
      <p:sp>
        <p:nvSpPr>
          <p:cNvPr id="2040" name="Primary Heading-1">
            <a:extLst>
              <a:ext uri="{FF2B5EF4-FFF2-40B4-BE49-F238E27FC236}">
                <a16:creationId xmlns:a16="http://schemas.microsoft.com/office/drawing/2014/main" id="{111B4A49-B930-4A89-A1CD-6CA2B3D95AED}"/>
              </a:ext>
            </a:extLst>
          </p:cNvPr>
          <p:cNvSpPr txBox="1"/>
          <p:nvPr/>
        </p:nvSpPr>
        <p:spPr>
          <a:xfrm>
            <a:off x="1409700" y="4427315"/>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Networking</a:t>
            </a:r>
          </a:p>
        </p:txBody>
      </p:sp>
      <p:sp>
        <p:nvSpPr>
          <p:cNvPr id="2042" name="Description of a primary heading-1">
            <a:extLst>
              <a:ext uri="{FF2B5EF4-FFF2-40B4-BE49-F238E27FC236}">
                <a16:creationId xmlns:a16="http://schemas.microsoft.com/office/drawing/2014/main" id="{111B4A49-B930-4A89-A1CD-6CA2B3D95AED}"/>
              </a:ext>
            </a:extLst>
          </p:cNvPr>
          <p:cNvSpPr txBox="1"/>
          <p:nvPr/>
        </p:nvSpPr>
        <p:spPr>
          <a:xfrm>
            <a:off x="1409700" y="488746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Advanced networking knowledge is crucial for Linux professionals. This encompasses configuring network interfaces, managing IP addressing, and implementing routing protocols. Understanding network security measures and troubleshooting connectivity issues are equally important to maintain a robust network environment.</a:t>
            </a:r>
          </a:p>
        </p:txBody>
      </p:sp>
      <p:pic>
        <p:nvPicPr>
          <p:cNvPr id="204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5934075"/>
            <a:ext cx="16764000" cy="19050"/>
          </a:xfrm>
          <a:prstGeom prst="rect">
            <a:avLst/>
          </a:prstGeom>
        </p:spPr>
      </p:pic>
      <p:pic>
        <p:nvPicPr>
          <p:cNvPr id="20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6286500"/>
            <a:ext cx="419100" cy="419100"/>
          </a:xfrm>
          <a:prstGeom prst="rect">
            <a:avLst/>
          </a:prstGeom>
        </p:spPr>
      </p:pic>
      <p:sp>
        <p:nvSpPr>
          <p:cNvPr id="2048" name="-2">
            <a:extLst>
              <a:ext uri="{FF2B5EF4-FFF2-40B4-BE49-F238E27FC236}">
                <a16:creationId xmlns:a16="http://schemas.microsoft.com/office/drawing/2014/main" id="{111B4A49-B930-4A89-A1CD-6CA2B3D95AED}"/>
              </a:ext>
            </a:extLst>
          </p:cNvPr>
          <p:cNvSpPr txBox="1"/>
          <p:nvPr/>
        </p:nvSpPr>
        <p:spPr>
          <a:xfrm>
            <a:off x="901065" y="627602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3</a:t>
            </a:r>
          </a:p>
        </p:txBody>
      </p:sp>
      <p:sp>
        <p:nvSpPr>
          <p:cNvPr id="2050" name="Primary Heading-2">
            <a:extLst>
              <a:ext uri="{FF2B5EF4-FFF2-40B4-BE49-F238E27FC236}">
                <a16:creationId xmlns:a16="http://schemas.microsoft.com/office/drawing/2014/main" id="{111B4A49-B930-4A89-A1CD-6CA2B3D95AED}"/>
              </a:ext>
            </a:extLst>
          </p:cNvPr>
          <p:cNvSpPr txBox="1"/>
          <p:nvPr/>
        </p:nvSpPr>
        <p:spPr>
          <a:xfrm>
            <a:off x="1409700" y="6286500"/>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Security</a:t>
            </a:r>
          </a:p>
        </p:txBody>
      </p:sp>
      <p:sp>
        <p:nvSpPr>
          <p:cNvPr id="2052" name="Description of a primary heading-2">
            <a:extLst>
              <a:ext uri="{FF2B5EF4-FFF2-40B4-BE49-F238E27FC236}">
                <a16:creationId xmlns:a16="http://schemas.microsoft.com/office/drawing/2014/main" id="{111B4A49-B930-4A89-A1CD-6CA2B3D95AED}"/>
              </a:ext>
            </a:extLst>
          </p:cNvPr>
          <p:cNvSpPr txBox="1"/>
          <p:nvPr/>
        </p:nvSpPr>
        <p:spPr>
          <a:xfrm>
            <a:off x="1409700" y="6746653"/>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Security is paramount in advanced Linux environments. IT professionals must implement strong authentication methods, manage permissions, and configure firewalls. Regular updates and patches are essential to safeguard systems from vulnerabilities, ensuring data integrity and privacy.</a:t>
            </a:r>
          </a:p>
        </p:txBody>
      </p:sp>
      <p:pic>
        <p:nvPicPr>
          <p:cNvPr id="205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793260"/>
            <a:ext cx="16764000" cy="19050"/>
          </a:xfrm>
          <a:prstGeom prst="rect">
            <a:avLst/>
          </a:prstGeom>
        </p:spPr>
      </p:pic>
      <p:pic>
        <p:nvPicPr>
          <p:cNvPr id="20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8145685"/>
            <a:ext cx="419100" cy="419100"/>
          </a:xfrm>
          <a:prstGeom prst="rect">
            <a:avLst/>
          </a:prstGeom>
        </p:spPr>
      </p:pic>
      <p:sp>
        <p:nvSpPr>
          <p:cNvPr id="2058" name="-3">
            <a:extLst>
              <a:ext uri="{FF2B5EF4-FFF2-40B4-BE49-F238E27FC236}">
                <a16:creationId xmlns:a16="http://schemas.microsoft.com/office/drawing/2014/main" id="{111B4A49-B930-4A89-A1CD-6CA2B3D95AED}"/>
              </a:ext>
            </a:extLst>
          </p:cNvPr>
          <p:cNvSpPr txBox="1"/>
          <p:nvPr/>
        </p:nvSpPr>
        <p:spPr>
          <a:xfrm>
            <a:off x="901065" y="8135207"/>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4</a:t>
            </a:r>
          </a:p>
        </p:txBody>
      </p:sp>
      <p:sp>
        <p:nvSpPr>
          <p:cNvPr id="2060" name="Primary Heading-3">
            <a:extLst>
              <a:ext uri="{FF2B5EF4-FFF2-40B4-BE49-F238E27FC236}">
                <a16:creationId xmlns:a16="http://schemas.microsoft.com/office/drawing/2014/main" id="{111B4A49-B930-4A89-A1CD-6CA2B3D95AED}"/>
              </a:ext>
            </a:extLst>
          </p:cNvPr>
          <p:cNvSpPr txBox="1"/>
          <p:nvPr/>
        </p:nvSpPr>
        <p:spPr>
          <a:xfrm>
            <a:off x="1409700" y="8145685"/>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Cloud Management</a:t>
            </a:r>
          </a:p>
        </p:txBody>
      </p:sp>
      <p:sp>
        <p:nvSpPr>
          <p:cNvPr id="2062" name="Description of a primary heading-3">
            <a:extLst>
              <a:ext uri="{FF2B5EF4-FFF2-40B4-BE49-F238E27FC236}">
                <a16:creationId xmlns:a16="http://schemas.microsoft.com/office/drawing/2014/main" id="{111B4A49-B930-4A89-A1CD-6CA2B3D95AED}"/>
              </a:ext>
            </a:extLst>
          </p:cNvPr>
          <p:cNvSpPr txBox="1"/>
          <p:nvPr/>
        </p:nvSpPr>
        <p:spPr>
          <a:xfrm>
            <a:off x="1409700" y="860583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With the rise of cloud computing, mastering cloud management in Linux is essential. This includes deploying services on cloud platforms, managing virtual machines, and optimizing resources for scalability and cost-efficiency. Familiarity with containerization and orchestration tools like Docker and Kubernetes enhances cloud capabilities.</a:t>
            </a:r>
          </a:p>
        </p:txBody>
      </p:sp>
      <p:pic>
        <p:nvPicPr>
          <p:cNvPr id="206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652444"/>
            <a:ext cx="16764000" cy="19050"/>
          </a:xfrm>
          <a:prstGeom prst="rect">
            <a:avLst/>
          </a:prstGeom>
        </p:spPr>
      </p:pic>
      <p:sp>
        <p:nvSpPr>
          <p:cNvPr id="2066" name="Click here to edit title-489">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Mastering Advanced Linux</a:t>
            </a:r>
          </a:p>
        </p:txBody>
      </p:sp>
      <p:sp>
        <p:nvSpPr>
          <p:cNvPr id="2068" name="Click here to edit subtitle-431">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Areas of Focus for IT Professionals</a:t>
            </a:r>
          </a:p>
        </p:txBody>
      </p:sp>
    </p:spTree>
    <p:extLst>
      <p:ext uri="{BB962C8B-B14F-4D97-AF65-F5344CB8AC3E}">
        <p14:creationId xmlns:p14="http://schemas.microsoft.com/office/powerpoint/2010/main" val="36480479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20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20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20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568130"/>
            <a:ext cx="419100" cy="419100"/>
          </a:xfrm>
          <a:prstGeom prst="rect">
            <a:avLst/>
          </a:prstGeom>
        </p:spPr>
      </p:pic>
      <p:sp>
        <p:nvSpPr>
          <p:cNvPr id="2081" name="-0">
            <a:extLst>
              <a:ext uri="{FF2B5EF4-FFF2-40B4-BE49-F238E27FC236}">
                <a16:creationId xmlns:a16="http://schemas.microsoft.com/office/drawing/2014/main" id="{111B4A49-B930-4A89-A1CD-6CA2B3D95AED}"/>
              </a:ext>
            </a:extLst>
          </p:cNvPr>
          <p:cNvSpPr txBox="1"/>
          <p:nvPr/>
        </p:nvSpPr>
        <p:spPr>
          <a:xfrm>
            <a:off x="901065" y="2557653"/>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1</a:t>
            </a:r>
          </a:p>
        </p:txBody>
      </p:sp>
      <p:sp>
        <p:nvSpPr>
          <p:cNvPr id="2083" name="Primary Heading-0">
            <a:extLst>
              <a:ext uri="{FF2B5EF4-FFF2-40B4-BE49-F238E27FC236}">
                <a16:creationId xmlns:a16="http://schemas.microsoft.com/office/drawing/2014/main" id="{111B4A49-B930-4A89-A1CD-6CA2B3D95AED}"/>
              </a:ext>
            </a:extLst>
          </p:cNvPr>
          <p:cNvSpPr txBox="1"/>
          <p:nvPr/>
        </p:nvSpPr>
        <p:spPr>
          <a:xfrm>
            <a:off x="1409700" y="2568130"/>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Greater Integration with Cloud Technologies</a:t>
            </a:r>
          </a:p>
        </p:txBody>
      </p:sp>
      <p:sp>
        <p:nvSpPr>
          <p:cNvPr id="2085" name="Description of a primary heading-0">
            <a:extLst>
              <a:ext uri="{FF2B5EF4-FFF2-40B4-BE49-F238E27FC236}">
                <a16:creationId xmlns:a16="http://schemas.microsoft.com/office/drawing/2014/main" id="{111B4A49-B930-4A89-A1CD-6CA2B3D95AED}"/>
              </a:ext>
            </a:extLst>
          </p:cNvPr>
          <p:cNvSpPr txBox="1"/>
          <p:nvPr/>
        </p:nvSpPr>
        <p:spPr>
          <a:xfrm>
            <a:off x="1409700" y="302837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As cloud computing continues to dominate the IT landscape, Linux is expected to evolve further, offering deeper integration with cloud services. This will enhance the ability to deploy, manage, and scale applications seamlessly across various cloud platforms, ensuring that users can leverage the flexibility and cost-effectiveness of cloud environments.</a:t>
            </a:r>
          </a:p>
        </p:txBody>
      </p:sp>
      <p:pic>
        <p:nvPicPr>
          <p:cNvPr id="20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074890"/>
            <a:ext cx="16764000" cy="19050"/>
          </a:xfrm>
          <a:prstGeom prst="rect">
            <a:avLst/>
          </a:prstGeom>
        </p:spPr>
      </p:pic>
      <p:pic>
        <p:nvPicPr>
          <p:cNvPr id="20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4427315"/>
            <a:ext cx="419100" cy="419100"/>
          </a:xfrm>
          <a:prstGeom prst="rect">
            <a:avLst/>
          </a:prstGeom>
        </p:spPr>
      </p:pic>
      <p:sp>
        <p:nvSpPr>
          <p:cNvPr id="2091" name="-1">
            <a:extLst>
              <a:ext uri="{FF2B5EF4-FFF2-40B4-BE49-F238E27FC236}">
                <a16:creationId xmlns:a16="http://schemas.microsoft.com/office/drawing/2014/main" id="{111B4A49-B930-4A89-A1CD-6CA2B3D95AED}"/>
              </a:ext>
            </a:extLst>
          </p:cNvPr>
          <p:cNvSpPr txBox="1"/>
          <p:nvPr/>
        </p:nvSpPr>
        <p:spPr>
          <a:xfrm>
            <a:off x="901065" y="4416838"/>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2</a:t>
            </a:r>
          </a:p>
        </p:txBody>
      </p:sp>
      <p:sp>
        <p:nvSpPr>
          <p:cNvPr id="2093" name="Primary Heading-1">
            <a:extLst>
              <a:ext uri="{FF2B5EF4-FFF2-40B4-BE49-F238E27FC236}">
                <a16:creationId xmlns:a16="http://schemas.microsoft.com/office/drawing/2014/main" id="{111B4A49-B930-4A89-A1CD-6CA2B3D95AED}"/>
              </a:ext>
            </a:extLst>
          </p:cNvPr>
          <p:cNvSpPr txBox="1"/>
          <p:nvPr/>
        </p:nvSpPr>
        <p:spPr>
          <a:xfrm>
            <a:off x="1409700" y="4427315"/>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Enhanced Security Measures</a:t>
            </a:r>
          </a:p>
        </p:txBody>
      </p:sp>
      <p:sp>
        <p:nvSpPr>
          <p:cNvPr id="2095" name="Description of a primary heading-1">
            <a:extLst>
              <a:ext uri="{FF2B5EF4-FFF2-40B4-BE49-F238E27FC236}">
                <a16:creationId xmlns:a16="http://schemas.microsoft.com/office/drawing/2014/main" id="{111B4A49-B930-4A89-A1CD-6CA2B3D95AED}"/>
              </a:ext>
            </a:extLst>
          </p:cNvPr>
          <p:cNvSpPr txBox="1"/>
          <p:nvPr/>
        </p:nvSpPr>
        <p:spPr>
          <a:xfrm>
            <a:off x="1409700" y="488746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With the increasing threats in cyber security, the future of Linux will focus on implementing more robust security protocols. This includes advancements in kernel security, improved access controls, and ongoing updates to address vulnerabilities, thus ensuring that Linux remains a safe choice for users and organizations worldwide.</a:t>
            </a:r>
          </a:p>
        </p:txBody>
      </p:sp>
      <p:pic>
        <p:nvPicPr>
          <p:cNvPr id="209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5934075"/>
            <a:ext cx="16764000" cy="19050"/>
          </a:xfrm>
          <a:prstGeom prst="rect">
            <a:avLst/>
          </a:prstGeom>
        </p:spPr>
      </p:pic>
      <p:pic>
        <p:nvPicPr>
          <p:cNvPr id="20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6286500"/>
            <a:ext cx="419100" cy="419100"/>
          </a:xfrm>
          <a:prstGeom prst="rect">
            <a:avLst/>
          </a:prstGeom>
        </p:spPr>
      </p:pic>
      <p:sp>
        <p:nvSpPr>
          <p:cNvPr id="2101" name="-2">
            <a:extLst>
              <a:ext uri="{FF2B5EF4-FFF2-40B4-BE49-F238E27FC236}">
                <a16:creationId xmlns:a16="http://schemas.microsoft.com/office/drawing/2014/main" id="{111B4A49-B930-4A89-A1CD-6CA2B3D95AED}"/>
              </a:ext>
            </a:extLst>
          </p:cNvPr>
          <p:cNvSpPr txBox="1"/>
          <p:nvPr/>
        </p:nvSpPr>
        <p:spPr>
          <a:xfrm>
            <a:off x="901065" y="627602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3</a:t>
            </a:r>
          </a:p>
        </p:txBody>
      </p:sp>
      <p:sp>
        <p:nvSpPr>
          <p:cNvPr id="2103" name="Primary Heading-2">
            <a:extLst>
              <a:ext uri="{FF2B5EF4-FFF2-40B4-BE49-F238E27FC236}">
                <a16:creationId xmlns:a16="http://schemas.microsoft.com/office/drawing/2014/main" id="{111B4A49-B930-4A89-A1CD-6CA2B3D95AED}"/>
              </a:ext>
            </a:extLst>
          </p:cNvPr>
          <p:cNvSpPr txBox="1"/>
          <p:nvPr/>
        </p:nvSpPr>
        <p:spPr>
          <a:xfrm>
            <a:off x="1409700" y="6286500"/>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Continued Evolution in System Management</a:t>
            </a:r>
          </a:p>
        </p:txBody>
      </p:sp>
      <p:sp>
        <p:nvSpPr>
          <p:cNvPr id="2105" name="Description of a primary heading-2">
            <a:extLst>
              <a:ext uri="{FF2B5EF4-FFF2-40B4-BE49-F238E27FC236}">
                <a16:creationId xmlns:a16="http://schemas.microsoft.com/office/drawing/2014/main" id="{111B4A49-B930-4A89-A1CD-6CA2B3D95AED}"/>
              </a:ext>
            </a:extLst>
          </p:cNvPr>
          <p:cNvSpPr txBox="1"/>
          <p:nvPr/>
        </p:nvSpPr>
        <p:spPr>
          <a:xfrm>
            <a:off x="1409700" y="6746653"/>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Linux will keep evolving in terms of system and application management, introducing more user-friendly tools and interfaces. This evolution aims to simplify the deployment and management of applications, making it easier for both developers and system administrators to maintain optimal performance and reliability.</a:t>
            </a:r>
          </a:p>
        </p:txBody>
      </p:sp>
      <p:pic>
        <p:nvPicPr>
          <p:cNvPr id="21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793260"/>
            <a:ext cx="16764000" cy="19050"/>
          </a:xfrm>
          <a:prstGeom prst="rect">
            <a:avLst/>
          </a:prstGeom>
        </p:spPr>
      </p:pic>
      <p:pic>
        <p:nvPicPr>
          <p:cNvPr id="210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8145685"/>
            <a:ext cx="419100" cy="419100"/>
          </a:xfrm>
          <a:prstGeom prst="rect">
            <a:avLst/>
          </a:prstGeom>
        </p:spPr>
      </p:pic>
      <p:sp>
        <p:nvSpPr>
          <p:cNvPr id="2111" name="-3">
            <a:extLst>
              <a:ext uri="{FF2B5EF4-FFF2-40B4-BE49-F238E27FC236}">
                <a16:creationId xmlns:a16="http://schemas.microsoft.com/office/drawing/2014/main" id="{111B4A49-B930-4A89-A1CD-6CA2B3D95AED}"/>
              </a:ext>
            </a:extLst>
          </p:cNvPr>
          <p:cNvSpPr txBox="1"/>
          <p:nvPr/>
        </p:nvSpPr>
        <p:spPr>
          <a:xfrm>
            <a:off x="901065" y="8135207"/>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4</a:t>
            </a:r>
          </a:p>
        </p:txBody>
      </p:sp>
      <p:sp>
        <p:nvSpPr>
          <p:cNvPr id="2113" name="Primary Heading-3">
            <a:extLst>
              <a:ext uri="{FF2B5EF4-FFF2-40B4-BE49-F238E27FC236}">
                <a16:creationId xmlns:a16="http://schemas.microsoft.com/office/drawing/2014/main" id="{111B4A49-B930-4A89-A1CD-6CA2B3D95AED}"/>
              </a:ext>
            </a:extLst>
          </p:cNvPr>
          <p:cNvSpPr txBox="1"/>
          <p:nvPr/>
        </p:nvSpPr>
        <p:spPr>
          <a:xfrm>
            <a:off x="1409700" y="8145685"/>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Staying at the Forefront of Tech Innovation</a:t>
            </a:r>
          </a:p>
        </p:txBody>
      </p:sp>
      <p:sp>
        <p:nvSpPr>
          <p:cNvPr id="2115" name="Description of a primary heading-3">
            <a:extLst>
              <a:ext uri="{FF2B5EF4-FFF2-40B4-BE49-F238E27FC236}">
                <a16:creationId xmlns:a16="http://schemas.microsoft.com/office/drawing/2014/main" id="{111B4A49-B930-4A89-A1CD-6CA2B3D95AED}"/>
              </a:ext>
            </a:extLst>
          </p:cNvPr>
          <p:cNvSpPr txBox="1"/>
          <p:nvPr/>
        </p:nvSpPr>
        <p:spPr>
          <a:xfrm>
            <a:off x="1409700" y="860583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Linux has long been a leader in technology innovation, and this trend is set to continue. By adopting new technologies such as artificial intelligence, machine learning, and containerization, Linux will ensure it remains relevant and capable of meeting the needs of modern users and businesses.</a:t>
            </a:r>
          </a:p>
        </p:txBody>
      </p:sp>
      <p:pic>
        <p:nvPicPr>
          <p:cNvPr id="211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652444"/>
            <a:ext cx="16764000" cy="19050"/>
          </a:xfrm>
          <a:prstGeom prst="rect">
            <a:avLst/>
          </a:prstGeom>
        </p:spPr>
      </p:pic>
      <p:sp>
        <p:nvSpPr>
          <p:cNvPr id="2119" name="Click here to edit title-406">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The Future of Linux</a:t>
            </a:r>
          </a:p>
        </p:txBody>
      </p:sp>
      <p:sp>
        <p:nvSpPr>
          <p:cNvPr id="2121" name="Click here to edit subtitle-432">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Trends and Developments</a:t>
            </a:r>
          </a:p>
        </p:txBody>
      </p:sp>
    </p:spTree>
    <p:extLst>
      <p:ext uri="{BB962C8B-B14F-4D97-AF65-F5344CB8AC3E}">
        <p14:creationId xmlns:p14="http://schemas.microsoft.com/office/powerpoint/2010/main" val="3648047976"/>
      </p:ext>
    </p:extLst>
  </p:cSld>
  <p:clrMapOvr>
    <a:masterClrMapping/>
  </p:clrMapOvr>
</p:sld>
</file>

<file path=ppt/theme/theme1.xml><?xml version="1.0" encoding="utf-8"?>
<a:theme xmlns:a="http://schemas.openxmlformats.org/drawingml/2006/main" name="CSE435Lecture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CSV403 - System Provisioning and Configuration</Template>
  <TotalTime>176</TotalTime>
  <Words>4277</Words>
  <Application>Microsoft Office PowerPoint</Application>
  <PresentationFormat>Custom</PresentationFormat>
  <Paragraphs>299</Paragraphs>
  <Slides>35</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35</vt:i4>
      </vt:variant>
    </vt:vector>
  </HeadingPairs>
  <TitlesOfParts>
    <vt:vector size="48" baseType="lpstr">
      <vt:lpstr>Inter</vt:lpstr>
      <vt:lpstr>Trebuchet MS</vt:lpstr>
      <vt:lpstr>Times New Roman</vt:lpstr>
      <vt:lpstr>Aptos</vt:lpstr>
      <vt:lpstr>Wingdings</vt:lpstr>
      <vt:lpstr>Inter SemiBold</vt:lpstr>
      <vt:lpstr>Segoe UI</vt:lpstr>
      <vt:lpstr>Wingdings 3</vt:lpstr>
      <vt:lpstr>Calibri</vt:lpstr>
      <vt:lpstr>Montserrat</vt:lpstr>
      <vt:lpstr>Calibri Light</vt:lpstr>
      <vt:lpstr>Arial</vt:lpstr>
      <vt:lpstr>CSE435Lecture0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Exporter Version: 2.0.5.0, docId: 13416015, orderId: 8030642</dc:title>
  <dc:creator>Presentations.AI Exporter</dc:creator>
  <cp:lastModifiedBy>Utkarsh Agarwal</cp:lastModifiedBy>
  <cp:revision>1</cp:revision>
  <dcterms:created xsi:type="dcterms:W3CDTF">2025-05-14T07:29:41Z</dcterms:created>
  <dcterms:modified xsi:type="dcterms:W3CDTF">2026-01-05T13:03:42Z</dcterms:modified>
</cp:coreProperties>
</file>