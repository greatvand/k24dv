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karsh Agarwal" userId="7a1216fa42ee05d0" providerId="LiveId" clId="{5A8ABE04-300D-46CD-9942-40B59078845C}"/>
    <pc:docChg chg="undo custSel addSld delSld modSld">
      <pc:chgData name="Utkarsh Agarwal" userId="7a1216fa42ee05d0" providerId="LiveId" clId="{5A8ABE04-300D-46CD-9942-40B59078845C}" dt="2026-02-08T12:06:14.857" v="78" actId="22"/>
      <pc:docMkLst>
        <pc:docMk/>
      </pc:docMkLst>
      <pc:sldChg chg="addSp new mod">
        <pc:chgData name="Utkarsh Agarwal" userId="7a1216fa42ee05d0" providerId="LiveId" clId="{5A8ABE04-300D-46CD-9942-40B59078845C}" dt="2026-01-22T17:53:47.230" v="1" actId="22"/>
        <pc:sldMkLst>
          <pc:docMk/>
          <pc:sldMk cId="243591831" sldId="263"/>
        </pc:sldMkLst>
        <pc:picChg chg="add">
          <ac:chgData name="Utkarsh Agarwal" userId="7a1216fa42ee05d0" providerId="LiveId" clId="{5A8ABE04-300D-46CD-9942-40B59078845C}" dt="2026-01-22T17:53:47.230" v="1" actId="22"/>
          <ac:picMkLst>
            <pc:docMk/>
            <pc:sldMk cId="243591831" sldId="263"/>
            <ac:picMk id="5" creationId="{B0F2B126-A5E2-990A-7443-740C83055A2A}"/>
          </ac:picMkLst>
        </pc:picChg>
      </pc:sldChg>
      <pc:sldChg chg="addSp modSp new mod">
        <pc:chgData name="Utkarsh Agarwal" userId="7a1216fa42ee05d0" providerId="LiveId" clId="{5A8ABE04-300D-46CD-9942-40B59078845C}" dt="2026-01-22T17:54:50.280" v="5" actId="1076"/>
        <pc:sldMkLst>
          <pc:docMk/>
          <pc:sldMk cId="1351986072" sldId="264"/>
        </pc:sldMkLst>
        <pc:picChg chg="add mod">
          <ac:chgData name="Utkarsh Agarwal" userId="7a1216fa42ee05d0" providerId="LiveId" clId="{5A8ABE04-300D-46CD-9942-40B59078845C}" dt="2026-01-22T17:54:50.280" v="5" actId="1076"/>
          <ac:picMkLst>
            <pc:docMk/>
            <pc:sldMk cId="1351986072" sldId="264"/>
            <ac:picMk id="5" creationId="{3A12D3BA-D023-50ED-AD22-0C402796BC1C}"/>
          </ac:picMkLst>
        </pc:picChg>
      </pc:sldChg>
      <pc:sldChg chg="addSp modSp new mod">
        <pc:chgData name="Utkarsh Agarwal" userId="7a1216fa42ee05d0" providerId="LiveId" clId="{5A8ABE04-300D-46CD-9942-40B59078845C}" dt="2026-01-22T18:02:53.470" v="9" actId="1076"/>
        <pc:sldMkLst>
          <pc:docMk/>
          <pc:sldMk cId="4196342498" sldId="265"/>
        </pc:sldMkLst>
        <pc:picChg chg="add mod">
          <ac:chgData name="Utkarsh Agarwal" userId="7a1216fa42ee05d0" providerId="LiveId" clId="{5A8ABE04-300D-46CD-9942-40B59078845C}" dt="2026-01-22T18:02:53.470" v="9" actId="1076"/>
          <ac:picMkLst>
            <pc:docMk/>
            <pc:sldMk cId="4196342498" sldId="265"/>
            <ac:picMk id="5" creationId="{1F78C17E-49DD-704A-6B59-AC3F48CBD3A4}"/>
          </ac:picMkLst>
        </pc:picChg>
      </pc:sldChg>
      <pc:sldChg chg="addSp modSp new mod">
        <pc:chgData name="Utkarsh Agarwal" userId="7a1216fa42ee05d0" providerId="LiveId" clId="{5A8ABE04-300D-46CD-9942-40B59078845C}" dt="2026-01-22T18:03:13.434" v="13" actId="1076"/>
        <pc:sldMkLst>
          <pc:docMk/>
          <pc:sldMk cId="3746935491" sldId="266"/>
        </pc:sldMkLst>
        <pc:picChg chg="add mod">
          <ac:chgData name="Utkarsh Agarwal" userId="7a1216fa42ee05d0" providerId="LiveId" clId="{5A8ABE04-300D-46CD-9942-40B59078845C}" dt="2026-01-22T18:03:13.434" v="13" actId="1076"/>
          <ac:picMkLst>
            <pc:docMk/>
            <pc:sldMk cId="3746935491" sldId="266"/>
            <ac:picMk id="5" creationId="{45353D29-8A63-ECA1-781D-31FE6ACF3FB0}"/>
          </ac:picMkLst>
        </pc:picChg>
      </pc:sldChg>
      <pc:sldChg chg="addSp modSp new mod">
        <pc:chgData name="Utkarsh Agarwal" userId="7a1216fa42ee05d0" providerId="LiveId" clId="{5A8ABE04-300D-46CD-9942-40B59078845C}" dt="2026-01-22T18:03:59.884" v="17" actId="1076"/>
        <pc:sldMkLst>
          <pc:docMk/>
          <pc:sldMk cId="2511080234" sldId="267"/>
        </pc:sldMkLst>
        <pc:picChg chg="add mod">
          <ac:chgData name="Utkarsh Agarwal" userId="7a1216fa42ee05d0" providerId="LiveId" clId="{5A8ABE04-300D-46CD-9942-40B59078845C}" dt="2026-01-22T18:03:59.884" v="17" actId="1076"/>
          <ac:picMkLst>
            <pc:docMk/>
            <pc:sldMk cId="2511080234" sldId="267"/>
            <ac:picMk id="5" creationId="{A98AF5B2-EEB4-64BE-1AAF-4DF8F789AE90}"/>
          </ac:picMkLst>
        </pc:picChg>
      </pc:sldChg>
      <pc:sldChg chg="addSp modSp new mod">
        <pc:chgData name="Utkarsh Agarwal" userId="7a1216fa42ee05d0" providerId="LiveId" clId="{5A8ABE04-300D-46CD-9942-40B59078845C}" dt="2026-01-22T18:07:42.589" v="21" actId="1076"/>
        <pc:sldMkLst>
          <pc:docMk/>
          <pc:sldMk cId="3063373348" sldId="268"/>
        </pc:sldMkLst>
        <pc:picChg chg="add mod">
          <ac:chgData name="Utkarsh Agarwal" userId="7a1216fa42ee05d0" providerId="LiveId" clId="{5A8ABE04-300D-46CD-9942-40B59078845C}" dt="2026-01-22T18:07:42.589" v="21" actId="1076"/>
          <ac:picMkLst>
            <pc:docMk/>
            <pc:sldMk cId="3063373348" sldId="268"/>
            <ac:picMk id="5" creationId="{B202F149-EEF0-53A5-BF9A-F661BDE246BD}"/>
          </ac:picMkLst>
        </pc:picChg>
      </pc:sldChg>
      <pc:sldChg chg="addSp modSp new mod">
        <pc:chgData name="Utkarsh Agarwal" userId="7a1216fa42ee05d0" providerId="LiveId" clId="{5A8ABE04-300D-46CD-9942-40B59078845C}" dt="2026-01-22T18:09:51.699" v="28" actId="1076"/>
        <pc:sldMkLst>
          <pc:docMk/>
          <pc:sldMk cId="3463945465" sldId="269"/>
        </pc:sldMkLst>
        <pc:picChg chg="add mod">
          <ac:chgData name="Utkarsh Agarwal" userId="7a1216fa42ee05d0" providerId="LiveId" clId="{5A8ABE04-300D-46CD-9942-40B59078845C}" dt="2026-01-22T18:09:51.699" v="28" actId="1076"/>
          <ac:picMkLst>
            <pc:docMk/>
            <pc:sldMk cId="3463945465" sldId="269"/>
            <ac:picMk id="5" creationId="{538C6867-832F-7B34-635B-052BFB7A3FC2}"/>
          </ac:picMkLst>
        </pc:picChg>
      </pc:sldChg>
      <pc:sldChg chg="addSp modSp new mod">
        <pc:chgData name="Utkarsh Agarwal" userId="7a1216fa42ee05d0" providerId="LiveId" clId="{5A8ABE04-300D-46CD-9942-40B59078845C}" dt="2026-01-22T18:10:48.968" v="33" actId="1076"/>
        <pc:sldMkLst>
          <pc:docMk/>
          <pc:sldMk cId="4023448103" sldId="270"/>
        </pc:sldMkLst>
        <pc:picChg chg="add mod">
          <ac:chgData name="Utkarsh Agarwal" userId="7a1216fa42ee05d0" providerId="LiveId" clId="{5A8ABE04-300D-46CD-9942-40B59078845C}" dt="2026-01-22T18:10:48.968" v="33" actId="1076"/>
          <ac:picMkLst>
            <pc:docMk/>
            <pc:sldMk cId="4023448103" sldId="270"/>
            <ac:picMk id="5" creationId="{66E1F6D4-2C2B-13B2-6CE6-C0E41FC484DC}"/>
          </ac:picMkLst>
        </pc:picChg>
      </pc:sldChg>
      <pc:sldChg chg="addSp new mod">
        <pc:chgData name="Utkarsh Agarwal" userId="7a1216fa42ee05d0" providerId="LiveId" clId="{5A8ABE04-300D-46CD-9942-40B59078845C}" dt="2026-02-05T00:24:18.091" v="35" actId="22"/>
        <pc:sldMkLst>
          <pc:docMk/>
          <pc:sldMk cId="2330140429" sldId="271"/>
        </pc:sldMkLst>
        <pc:picChg chg="add">
          <ac:chgData name="Utkarsh Agarwal" userId="7a1216fa42ee05d0" providerId="LiveId" clId="{5A8ABE04-300D-46CD-9942-40B59078845C}" dt="2026-02-05T00:24:18.091" v="35" actId="22"/>
          <ac:picMkLst>
            <pc:docMk/>
            <pc:sldMk cId="2330140429" sldId="271"/>
            <ac:picMk id="5" creationId="{1C4B4A27-4382-C4B6-D947-025708AB7DFA}"/>
          </ac:picMkLst>
        </pc:picChg>
      </pc:sldChg>
      <pc:sldChg chg="addSp modSp new mod">
        <pc:chgData name="Utkarsh Agarwal" userId="7a1216fa42ee05d0" providerId="LiveId" clId="{5A8ABE04-300D-46CD-9942-40B59078845C}" dt="2026-02-05T00:26:46.336" v="39" actId="1076"/>
        <pc:sldMkLst>
          <pc:docMk/>
          <pc:sldMk cId="728988289" sldId="272"/>
        </pc:sldMkLst>
        <pc:picChg chg="add mod">
          <ac:chgData name="Utkarsh Agarwal" userId="7a1216fa42ee05d0" providerId="LiveId" clId="{5A8ABE04-300D-46CD-9942-40B59078845C}" dt="2026-02-05T00:26:46.336" v="39" actId="1076"/>
          <ac:picMkLst>
            <pc:docMk/>
            <pc:sldMk cId="728988289" sldId="272"/>
            <ac:picMk id="5" creationId="{1B0A50CB-9BF8-9996-9D42-CD8220A77A6A}"/>
          </ac:picMkLst>
        </pc:picChg>
      </pc:sldChg>
      <pc:sldChg chg="addSp modSp new mod">
        <pc:chgData name="Utkarsh Agarwal" userId="7a1216fa42ee05d0" providerId="LiveId" clId="{5A8ABE04-300D-46CD-9942-40B59078845C}" dt="2026-02-05T01:25:45.343" v="49" actId="1076"/>
        <pc:sldMkLst>
          <pc:docMk/>
          <pc:sldMk cId="2384102187" sldId="273"/>
        </pc:sldMkLst>
        <pc:picChg chg="add mod">
          <ac:chgData name="Utkarsh Agarwal" userId="7a1216fa42ee05d0" providerId="LiveId" clId="{5A8ABE04-300D-46CD-9942-40B59078845C}" dt="2026-02-05T01:25:45.343" v="49" actId="1076"/>
          <ac:picMkLst>
            <pc:docMk/>
            <pc:sldMk cId="2384102187" sldId="273"/>
            <ac:picMk id="5" creationId="{F860726A-CD0C-B818-EB80-D34153235C57}"/>
          </ac:picMkLst>
        </pc:picChg>
      </pc:sldChg>
      <pc:sldChg chg="addSp new mod">
        <pc:chgData name="Utkarsh Agarwal" userId="7a1216fa42ee05d0" providerId="LiveId" clId="{5A8ABE04-300D-46CD-9942-40B59078845C}" dt="2026-02-05T01:36:59.271" v="51" actId="22"/>
        <pc:sldMkLst>
          <pc:docMk/>
          <pc:sldMk cId="2858694303" sldId="274"/>
        </pc:sldMkLst>
        <pc:picChg chg="add">
          <ac:chgData name="Utkarsh Agarwal" userId="7a1216fa42ee05d0" providerId="LiveId" clId="{5A8ABE04-300D-46CD-9942-40B59078845C}" dt="2026-02-05T01:36:59.271" v="51" actId="22"/>
          <ac:picMkLst>
            <pc:docMk/>
            <pc:sldMk cId="2858694303" sldId="274"/>
            <ac:picMk id="5" creationId="{5FED6630-DADE-B57B-F0DB-7AD34308404E}"/>
          </ac:picMkLst>
        </pc:picChg>
      </pc:sldChg>
      <pc:sldChg chg="addSp modSp new mod">
        <pc:chgData name="Utkarsh Agarwal" userId="7a1216fa42ee05d0" providerId="LiveId" clId="{5A8ABE04-300D-46CD-9942-40B59078845C}" dt="2026-02-05T01:37:39.263" v="58" actId="1076"/>
        <pc:sldMkLst>
          <pc:docMk/>
          <pc:sldMk cId="46837287" sldId="275"/>
        </pc:sldMkLst>
        <pc:picChg chg="add mod">
          <ac:chgData name="Utkarsh Agarwal" userId="7a1216fa42ee05d0" providerId="LiveId" clId="{5A8ABE04-300D-46CD-9942-40B59078845C}" dt="2026-02-05T01:37:39.263" v="58" actId="1076"/>
          <ac:picMkLst>
            <pc:docMk/>
            <pc:sldMk cId="46837287" sldId="275"/>
            <ac:picMk id="5" creationId="{0C9EC71D-0F60-EE00-29A2-52337EECFAF9}"/>
          </ac:picMkLst>
        </pc:picChg>
      </pc:sldChg>
      <pc:sldChg chg="addSp modSp new mod">
        <pc:chgData name="Utkarsh Agarwal" userId="7a1216fa42ee05d0" providerId="LiveId" clId="{5A8ABE04-300D-46CD-9942-40B59078845C}" dt="2026-02-05T01:53:26.064" v="62" actId="1076"/>
        <pc:sldMkLst>
          <pc:docMk/>
          <pc:sldMk cId="4021678318" sldId="276"/>
        </pc:sldMkLst>
        <pc:picChg chg="add mod">
          <ac:chgData name="Utkarsh Agarwal" userId="7a1216fa42ee05d0" providerId="LiveId" clId="{5A8ABE04-300D-46CD-9942-40B59078845C}" dt="2026-02-05T01:53:26.064" v="62" actId="1076"/>
          <ac:picMkLst>
            <pc:docMk/>
            <pc:sldMk cId="4021678318" sldId="276"/>
            <ac:picMk id="5" creationId="{2C4634BF-7D5A-3568-2C69-C8E938EDA442}"/>
          </ac:picMkLst>
        </pc:picChg>
      </pc:sldChg>
      <pc:sldChg chg="addSp modSp new mod">
        <pc:chgData name="Utkarsh Agarwal" userId="7a1216fa42ee05d0" providerId="LiveId" clId="{5A8ABE04-300D-46CD-9942-40B59078845C}" dt="2026-02-05T01:54:59.248" v="66" actId="1076"/>
        <pc:sldMkLst>
          <pc:docMk/>
          <pc:sldMk cId="1289078834" sldId="277"/>
        </pc:sldMkLst>
        <pc:picChg chg="add mod">
          <ac:chgData name="Utkarsh Agarwal" userId="7a1216fa42ee05d0" providerId="LiveId" clId="{5A8ABE04-300D-46CD-9942-40B59078845C}" dt="2026-02-05T01:54:59.248" v="66" actId="1076"/>
          <ac:picMkLst>
            <pc:docMk/>
            <pc:sldMk cId="1289078834" sldId="277"/>
            <ac:picMk id="5" creationId="{33A2529C-AE7E-3718-945D-AEF24F9D4112}"/>
          </ac:picMkLst>
        </pc:picChg>
      </pc:sldChg>
      <pc:sldChg chg="addSp new mod">
        <pc:chgData name="Utkarsh Agarwal" userId="7a1216fa42ee05d0" providerId="LiveId" clId="{5A8ABE04-300D-46CD-9942-40B59078845C}" dt="2026-02-08T12:00:18.616" v="68" actId="22"/>
        <pc:sldMkLst>
          <pc:docMk/>
          <pc:sldMk cId="1899831343" sldId="278"/>
        </pc:sldMkLst>
        <pc:picChg chg="add">
          <ac:chgData name="Utkarsh Agarwal" userId="7a1216fa42ee05d0" providerId="LiveId" clId="{5A8ABE04-300D-46CD-9942-40B59078845C}" dt="2026-02-08T12:00:18.616" v="68" actId="22"/>
          <ac:picMkLst>
            <pc:docMk/>
            <pc:sldMk cId="1899831343" sldId="278"/>
            <ac:picMk id="5" creationId="{3B28C9F4-A437-6C15-9752-1D217D91DA70}"/>
          </ac:picMkLst>
        </pc:picChg>
      </pc:sldChg>
      <pc:sldChg chg="addSp new mod">
        <pc:chgData name="Utkarsh Agarwal" userId="7a1216fa42ee05d0" providerId="LiveId" clId="{5A8ABE04-300D-46CD-9942-40B59078845C}" dt="2026-02-08T12:00:53.741" v="70" actId="22"/>
        <pc:sldMkLst>
          <pc:docMk/>
          <pc:sldMk cId="1182341619" sldId="279"/>
        </pc:sldMkLst>
        <pc:picChg chg="add">
          <ac:chgData name="Utkarsh Agarwal" userId="7a1216fa42ee05d0" providerId="LiveId" clId="{5A8ABE04-300D-46CD-9942-40B59078845C}" dt="2026-02-08T12:00:53.741" v="70" actId="22"/>
          <ac:picMkLst>
            <pc:docMk/>
            <pc:sldMk cId="1182341619" sldId="279"/>
            <ac:picMk id="5" creationId="{685DEE11-1891-5846-64B9-D96D4DE9A588}"/>
          </ac:picMkLst>
        </pc:picChg>
      </pc:sldChg>
      <pc:sldChg chg="addSp new mod">
        <pc:chgData name="Utkarsh Agarwal" userId="7a1216fa42ee05d0" providerId="LiveId" clId="{5A8ABE04-300D-46CD-9942-40B59078845C}" dt="2026-02-08T12:01:16.636" v="72" actId="22"/>
        <pc:sldMkLst>
          <pc:docMk/>
          <pc:sldMk cId="1938700212" sldId="280"/>
        </pc:sldMkLst>
        <pc:picChg chg="add">
          <ac:chgData name="Utkarsh Agarwal" userId="7a1216fa42ee05d0" providerId="LiveId" clId="{5A8ABE04-300D-46CD-9942-40B59078845C}" dt="2026-02-08T12:01:16.636" v="72" actId="22"/>
          <ac:picMkLst>
            <pc:docMk/>
            <pc:sldMk cId="1938700212" sldId="280"/>
            <ac:picMk id="5" creationId="{21859AFF-E334-55BA-6765-CEF2C995AD00}"/>
          </ac:picMkLst>
        </pc:picChg>
      </pc:sldChg>
      <pc:sldChg chg="addSp new mod">
        <pc:chgData name="Utkarsh Agarwal" userId="7a1216fa42ee05d0" providerId="LiveId" clId="{5A8ABE04-300D-46CD-9942-40B59078845C}" dt="2026-02-08T12:01:42.425" v="74" actId="22"/>
        <pc:sldMkLst>
          <pc:docMk/>
          <pc:sldMk cId="1595278338" sldId="281"/>
        </pc:sldMkLst>
        <pc:picChg chg="add">
          <ac:chgData name="Utkarsh Agarwal" userId="7a1216fa42ee05d0" providerId="LiveId" clId="{5A8ABE04-300D-46CD-9942-40B59078845C}" dt="2026-02-08T12:01:42.425" v="74" actId="22"/>
          <ac:picMkLst>
            <pc:docMk/>
            <pc:sldMk cId="1595278338" sldId="281"/>
            <ac:picMk id="5" creationId="{96FF3784-3336-8589-35EC-296669B344C3}"/>
          </ac:picMkLst>
        </pc:picChg>
      </pc:sldChg>
      <pc:sldChg chg="addSp new mod">
        <pc:chgData name="Utkarsh Agarwal" userId="7a1216fa42ee05d0" providerId="LiveId" clId="{5A8ABE04-300D-46CD-9942-40B59078845C}" dt="2026-02-08T12:05:44.782" v="76" actId="22"/>
        <pc:sldMkLst>
          <pc:docMk/>
          <pc:sldMk cId="218769065" sldId="282"/>
        </pc:sldMkLst>
        <pc:picChg chg="add">
          <ac:chgData name="Utkarsh Agarwal" userId="7a1216fa42ee05d0" providerId="LiveId" clId="{5A8ABE04-300D-46CD-9942-40B59078845C}" dt="2026-02-08T12:05:44.782" v="76" actId="22"/>
          <ac:picMkLst>
            <pc:docMk/>
            <pc:sldMk cId="218769065" sldId="282"/>
            <ac:picMk id="5" creationId="{04675D54-393E-4C90-8132-B4F837CEE379}"/>
          </ac:picMkLst>
        </pc:picChg>
      </pc:sldChg>
      <pc:sldChg chg="addSp new mod">
        <pc:chgData name="Utkarsh Agarwal" userId="7a1216fa42ee05d0" providerId="LiveId" clId="{5A8ABE04-300D-46CD-9942-40B59078845C}" dt="2026-02-08T12:06:14.857" v="78" actId="22"/>
        <pc:sldMkLst>
          <pc:docMk/>
          <pc:sldMk cId="3289320709" sldId="283"/>
        </pc:sldMkLst>
        <pc:picChg chg="add">
          <ac:chgData name="Utkarsh Agarwal" userId="7a1216fa42ee05d0" providerId="LiveId" clId="{5A8ABE04-300D-46CD-9942-40B59078845C}" dt="2026-02-08T12:06:14.857" v="78" actId="22"/>
          <ac:picMkLst>
            <pc:docMk/>
            <pc:sldMk cId="3289320709" sldId="283"/>
            <ac:picMk id="5" creationId="{F22616FF-09D7-F918-3C20-4772750140E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8EA2-8E19-9267-84FA-1000A38C3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B82B-AC4B-D724-7EE1-275D0162B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49719-486C-381C-FAC7-C369B8B20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1994F-3A96-4BFC-9935-A0F2A58A4CCE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C9746-7D98-BA6C-A55A-322D4EC19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B74DE-1BED-48EA-29BF-9146AE5D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41B-1488-4C89-8510-755394900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688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0DE5A-7815-9AFF-88CB-24EBA4CA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9BDB5-872A-BAE0-A7EA-EA54C3FF6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E1F05-09F1-EE50-29EF-10E7121CA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1994F-3A96-4BFC-9935-A0F2A58A4CCE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1A1E4-06C3-A766-2301-2C2146E65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E53F9-1E6F-09E2-61BD-80CDBBA24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41B-1488-4C89-8510-755394900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796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F25B6-31AA-163D-6BE6-3764C6EA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F510B-E471-67D8-CA16-84412BF24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26FFE-C94C-CA34-C50F-361E06C8F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1994F-3A96-4BFC-9935-A0F2A58A4CCE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7512A-AFA0-C916-BCE1-C5910A759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A66C4-D81A-6A69-9D2B-82A647BDD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41B-1488-4C89-8510-755394900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87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93353-8077-1B9B-B62E-1B89CFBAA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66BB9-E24A-7C7F-4FA5-D22145391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21B93-35CF-4120-8967-B03140289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E121B-DC48-03E3-105E-6C3896CB1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1994F-3A96-4BFC-9935-A0F2A58A4CCE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DA102-E7CF-3BF7-FB1F-7654D109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5C025-A7D1-D681-195B-4F4C0121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41B-1488-4C89-8510-755394900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522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15FD-056C-DA7B-405D-A0327A39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BD075-8EAA-D5BC-72D2-FD0FC4D2A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E3A2A-9A98-B64C-8034-77B8D4319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1B9926-013F-7EED-C708-32E0D7FAF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04679B-98D6-712E-FC04-E9D335C62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F14575-EB8E-0F17-A13E-F88C4FB65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1994F-3A96-4BFC-9935-A0F2A58A4CCE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F773A1-EB2B-08FC-76F3-FD1CFB400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47D43-F5C0-687D-6197-7609366A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41B-1488-4C89-8510-755394900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312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BF306-0B4A-1917-335D-9DB93A151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1C5096-5E46-BFE8-313F-2CA0C4854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1994F-3A96-4BFC-9935-A0F2A58A4CCE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3CAB45-6ACF-3B47-4707-ECA631CB0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4531-89C6-F8AC-D8B8-5708B5B6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41B-1488-4C89-8510-755394900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57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7C55F8-1048-909F-CC21-D392980BB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1994F-3A96-4BFC-9935-A0F2A58A4CCE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799FE1-212C-2ED7-B8A0-8A4CB30E0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C5F9F-A66C-431C-DCCE-CB3F658A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41B-1488-4C89-8510-755394900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018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02EA9-DE7C-9A34-3351-FD0B2C4D2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A025D-C32F-FCF4-98F9-6BFCAAE1F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B1D6F-67D9-87AC-D2AE-45C508D01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DDEAA-D941-8915-E385-8BB4FA32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1994F-3A96-4BFC-9935-A0F2A58A4CCE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AF994-7BA7-16A1-D602-5ACD16C39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0D477-1E80-8588-336B-32A05156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41B-1488-4C89-8510-755394900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267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3182C-9B4C-754B-A59F-2B649B9E9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189ED-CC6B-921C-FF21-EF85E9C403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B2579-5091-6B2B-F68A-633D07F83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B097B-D706-5B0D-4F92-DE6CEABDA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1994F-3A96-4BFC-9935-A0F2A58A4CCE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B3624-D0EB-5FE7-B8EE-20DB9E0B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4106B-D184-2324-A839-0B7BA76E2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41B-1488-4C89-8510-755394900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04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1DDCA-8C02-AFEC-572B-12DD33EF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6FDBB-D57D-D279-1674-3D6DBEC11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85E2D-EBAB-128C-1E0F-37AC8499F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1994F-3A96-4BFC-9935-A0F2A58A4CCE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0B1C-C6DE-CABC-464C-E6231DC30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4B74E-8845-A56E-71D0-94BE99834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41B-1488-4C89-8510-755394900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762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5CF899-CF4F-2263-BAED-8741A2823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3891C-B482-E74F-3096-DF4055E00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93E3C-0153-8421-A589-05005B4AB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1994F-3A96-4BFC-9935-A0F2A58A4CCE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D777E-2B08-277C-7E96-F68EE9B52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6D148-7B25-4922-4290-0187D61C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41B-1488-4C89-8510-755394900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345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6C5564-5004-25F4-4C4E-7B19B038A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23EA0-D14A-E090-6416-B7958B7AD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7F315-9537-0D8D-C6E8-6B73F3EF76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1994F-3A96-4BFC-9935-A0F2A58A4CCE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AA8C6-775E-3F0B-3D17-49BCCB754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4DF4C-D928-3A09-68FB-6E2665484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5D41B-1488-4C89-8510-755394900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88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EBF0-31C9-239E-C96B-1F564888F7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D2D2D-37AE-AFB9-C1D0-D89DFE789C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3D8EA-269E-7BB3-9F3F-33873394C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1826"/>
            <a:ext cx="12192000" cy="603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200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9B50D-9FA3-79FD-1AE7-01205147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55C01-171D-A3A5-6A4B-ECF312F16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21D97-5832-EC06-75D9-423E40104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538" y="0"/>
            <a:ext cx="92469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86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D6170-D2F5-37C7-A118-34AAFBC8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76179-82BD-D59C-0264-26C68F924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E8D4CC-D1A0-3CE4-4857-D7ED923D0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467" y="513943"/>
            <a:ext cx="8707065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51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F340D-7215-D117-F246-3BF243B93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FF19D-CD04-9A28-FE0F-103D373FC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14D04-83BD-A97A-0907-1A543D237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0221"/>
            <a:ext cx="12192000" cy="537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57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D298-3A9A-AF5E-34BD-091BE7EDE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D375E-EF4F-960C-44B7-C2A2A3F80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7FEB0A-920F-FC33-AF0D-B6109EB4A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494"/>
            <a:ext cx="12192000" cy="5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322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8A95-F1D1-85D4-9FE0-D56CB332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F3C7B-7E54-8659-F26D-FE111FB12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6D623-6B0F-8369-B166-39B878758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942" y="542522"/>
            <a:ext cx="7278116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18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AF294-8CD4-5BBC-6E5D-22B8F7FC8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0D080-94BA-8A6C-3658-43B2320CA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2D8236-15B0-2A13-E76D-3085532E3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3300"/>
            <a:ext cx="12192000" cy="453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113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8FB46-FF64-532B-29FC-CAAF6AFB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7E2EC-54FF-9E80-E211-C8F6FEC5F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F2B126-A5E2-990A-7443-740C83055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073" y="275785"/>
            <a:ext cx="8449854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91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6CCB3-05B9-7B06-2FD3-0507EAAF4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36FDD-4357-CF76-0B9A-CE036F55E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12D3BA-D023-50ED-AD22-0C402796B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575" y="1027906"/>
            <a:ext cx="7530496" cy="454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986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9FCF-8C06-931C-99C8-9B1DC5614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6AC42-E5E2-2F12-76AB-B0AE79438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78C17E-49DD-704A-6B59-AC3F48CBD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436" y="681037"/>
            <a:ext cx="7161127" cy="501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342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E3BE-57A1-745C-08F2-2EA61AB53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FA0FE-65FF-655E-11F1-E67086D34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353D29-8A63-ECA1-781D-31FE6ACF3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000" y="1027906"/>
            <a:ext cx="9421999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35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6EBF-82CE-6639-93C0-6F1C1E07E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7788-B4E4-8A37-2A86-B8ECAA104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AF5B2-EEB4-64BE-1AAF-4DF8F789A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81" y="458283"/>
            <a:ext cx="11004638" cy="505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80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0EB04-9235-4106-0BCE-02F6363F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377E9-A52F-724E-06B9-CB3F3286F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2F149-EEF0-53A5-BF9A-F661BDE24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515" y="365125"/>
            <a:ext cx="8876969" cy="556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373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2DC2D-95A3-504B-400E-8E101AC39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207AF-F627-E671-8CA3-18C09B00C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8C6867-832F-7B34-635B-052BFB7A3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741999"/>
            <a:ext cx="11353800" cy="429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945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C3922-AD16-2343-F718-58E93C856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A1025-91DB-D356-AF3D-FBE631E34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1F6D4-2C2B-13B2-6CE6-C0E41FC48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09" y="1027906"/>
            <a:ext cx="11079981" cy="400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48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C6625-3906-281E-1EC3-AE5FED7D2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FF189-773E-87FC-3A36-CBF2A13EB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B4A27-4382-C4B6-D947-025708AB7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024"/>
            <a:ext cx="12192000" cy="538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40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6A92-13D1-728D-9EEF-EA25F9941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C94BC-1338-8197-31DA-951F0527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A50CB-9BF8-9996-9D42-CD8220A77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8" y="1242129"/>
            <a:ext cx="12011764" cy="420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988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79256-53D9-9AF7-C02D-0E27508DE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F5203-E910-C669-3D9E-43AB808A3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0726A-CD0C-B818-EB80-D34153235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73" y="1336100"/>
            <a:ext cx="11930653" cy="453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02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B4586-2945-7B61-489C-BDE143F4E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54573-98F1-B95B-F410-698970033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D6630-DADE-B57B-F0DB-7AD343084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570"/>
            <a:ext cx="12192000" cy="505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94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DA0E3-ADE6-4EDF-1586-D73614208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5B3C1-597C-2FEE-462C-5D4F31FB5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EC71D-0F60-EE00-29A2-52337EECF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31" y="1495714"/>
            <a:ext cx="11978338" cy="404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37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F3867-842B-A5F0-FC29-7F8E7895D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784E6-0EE6-8875-860D-B4AAC4A80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4634BF-7D5A-3568-2C69-C8E938EDA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42" y="1533093"/>
            <a:ext cx="12202742" cy="379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78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C9EB3-140E-CF81-6E5A-889176291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077D1-88E9-A446-A949-CCB6D53B0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2529C-AE7E-3718-945D-AEF24F9D4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14" y="1388502"/>
            <a:ext cx="11279772" cy="408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078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9D516-EC10-52EA-C59E-A67A4E09E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6D5BE-BC61-093B-2A31-14FDAECF7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8C9F4-A437-6C15-9752-1D217D91D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441"/>
            <a:ext cx="12192000" cy="671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831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977C-6FB5-D04B-7D41-16AEC0D6D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78A81-C1FB-EA85-EE81-9BCEAC40E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5DEE11-1891-5846-64B9-D96D4DE9A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263"/>
            <a:ext cx="12192000" cy="666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341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3ECB6-1ED1-11DA-F7C1-6E5CE850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A1E7B-F301-C531-0E7B-272E46C6E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59AFF-E334-55BA-6765-CEF2C995A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" y="0"/>
            <a:ext cx="121860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700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1C203-F7EF-5AED-2ED0-27E61892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15568-4C90-245F-B340-1A36F958F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FF3784-3336-8589-35EC-296669B34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501"/>
            <a:ext cx="12192000" cy="504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278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23F66-7A1C-A580-E46F-3CACB01C8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EE880-99E2-1D99-1D34-C67D9A592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675D54-393E-4C90-8132-B4F837CEE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6780"/>
            <a:ext cx="12192000" cy="510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90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5708-7287-46EE-EEA9-2B75C564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D9144-4553-7299-DEC0-66D871410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2616FF-09D7-F918-3C20-47727501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8165"/>
            <a:ext cx="12192000" cy="492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20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0</Words>
  <Application>Microsoft Office PowerPoint</Application>
  <PresentationFormat>Widescreen</PresentationFormat>
  <Paragraphs>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Agarwal</dc:creator>
  <cp:lastModifiedBy>Utkarsh Agarwal</cp:lastModifiedBy>
  <cp:revision>1</cp:revision>
  <dcterms:created xsi:type="dcterms:W3CDTF">2026-01-21T16:41:18Z</dcterms:created>
  <dcterms:modified xsi:type="dcterms:W3CDTF">2026-02-08T12:06:24Z</dcterms:modified>
</cp:coreProperties>
</file>