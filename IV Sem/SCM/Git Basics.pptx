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delSld modSld">
      <pc:chgData name="Utkarsh Agarwal" userId="7a1216fa42ee05d0" providerId="LiveId" clId="{5A8ABE04-300D-46CD-9942-40B59078845C}" dt="2026-02-05T01:54:59.248" v="66" actId="1076"/>
      <pc:docMkLst>
        <pc:docMk/>
      </pc:docMkLst>
      <pc:sldChg chg="addSp new mod">
        <pc:chgData name="Utkarsh Agarwal" userId="7a1216fa42ee05d0" providerId="LiveId" clId="{5A8ABE04-300D-46CD-9942-40B59078845C}" dt="2026-01-22T17:53:47.230" v="1" actId="22"/>
        <pc:sldMkLst>
          <pc:docMk/>
          <pc:sldMk cId="243591831" sldId="263"/>
        </pc:sldMkLst>
        <pc:picChg chg="add">
          <ac:chgData name="Utkarsh Agarwal" userId="7a1216fa42ee05d0" providerId="LiveId" clId="{5A8ABE04-300D-46CD-9942-40B59078845C}" dt="2026-01-22T17:53:47.230" v="1" actId="22"/>
          <ac:picMkLst>
            <pc:docMk/>
            <pc:sldMk cId="243591831" sldId="263"/>
            <ac:picMk id="5" creationId="{B0F2B126-A5E2-990A-7443-740C83055A2A}"/>
          </ac:picMkLst>
        </pc:picChg>
      </pc:sldChg>
      <pc:sldChg chg="addSp modSp new mod">
        <pc:chgData name="Utkarsh Agarwal" userId="7a1216fa42ee05d0" providerId="LiveId" clId="{5A8ABE04-300D-46CD-9942-40B59078845C}" dt="2026-01-22T17:54:50.280" v="5" actId="1076"/>
        <pc:sldMkLst>
          <pc:docMk/>
          <pc:sldMk cId="1351986072" sldId="264"/>
        </pc:sldMkLst>
        <pc:picChg chg="add mod">
          <ac:chgData name="Utkarsh Agarwal" userId="7a1216fa42ee05d0" providerId="LiveId" clId="{5A8ABE04-300D-46CD-9942-40B59078845C}" dt="2026-01-22T17:54:50.280" v="5" actId="1076"/>
          <ac:picMkLst>
            <pc:docMk/>
            <pc:sldMk cId="1351986072" sldId="264"/>
            <ac:picMk id="5" creationId="{3A12D3BA-D023-50ED-AD22-0C402796BC1C}"/>
          </ac:picMkLst>
        </pc:picChg>
      </pc:sldChg>
      <pc:sldChg chg="addSp modSp new mod">
        <pc:chgData name="Utkarsh Agarwal" userId="7a1216fa42ee05d0" providerId="LiveId" clId="{5A8ABE04-300D-46CD-9942-40B59078845C}" dt="2026-01-22T18:02:53.470" v="9" actId="1076"/>
        <pc:sldMkLst>
          <pc:docMk/>
          <pc:sldMk cId="4196342498" sldId="265"/>
        </pc:sldMkLst>
        <pc:picChg chg="add mod">
          <ac:chgData name="Utkarsh Agarwal" userId="7a1216fa42ee05d0" providerId="LiveId" clId="{5A8ABE04-300D-46CD-9942-40B59078845C}" dt="2026-01-22T18:02:53.470" v="9" actId="1076"/>
          <ac:picMkLst>
            <pc:docMk/>
            <pc:sldMk cId="4196342498" sldId="265"/>
            <ac:picMk id="5" creationId="{1F78C17E-49DD-704A-6B59-AC3F48CBD3A4}"/>
          </ac:picMkLst>
        </pc:picChg>
      </pc:sldChg>
      <pc:sldChg chg="addSp modSp new mod">
        <pc:chgData name="Utkarsh Agarwal" userId="7a1216fa42ee05d0" providerId="LiveId" clId="{5A8ABE04-300D-46CD-9942-40B59078845C}" dt="2026-01-22T18:03:13.434" v="13" actId="1076"/>
        <pc:sldMkLst>
          <pc:docMk/>
          <pc:sldMk cId="3746935491" sldId="266"/>
        </pc:sldMkLst>
        <pc:picChg chg="add mod">
          <ac:chgData name="Utkarsh Agarwal" userId="7a1216fa42ee05d0" providerId="LiveId" clId="{5A8ABE04-300D-46CD-9942-40B59078845C}" dt="2026-01-22T18:03:13.434" v="13" actId="1076"/>
          <ac:picMkLst>
            <pc:docMk/>
            <pc:sldMk cId="3746935491" sldId="266"/>
            <ac:picMk id="5" creationId="{45353D29-8A63-ECA1-781D-31FE6ACF3FB0}"/>
          </ac:picMkLst>
        </pc:picChg>
      </pc:sldChg>
      <pc:sldChg chg="addSp modSp new mod">
        <pc:chgData name="Utkarsh Agarwal" userId="7a1216fa42ee05d0" providerId="LiveId" clId="{5A8ABE04-300D-46CD-9942-40B59078845C}" dt="2026-01-22T18:03:59.884" v="17" actId="1076"/>
        <pc:sldMkLst>
          <pc:docMk/>
          <pc:sldMk cId="2511080234" sldId="267"/>
        </pc:sldMkLst>
        <pc:picChg chg="add mod">
          <ac:chgData name="Utkarsh Agarwal" userId="7a1216fa42ee05d0" providerId="LiveId" clId="{5A8ABE04-300D-46CD-9942-40B59078845C}" dt="2026-01-22T18:03:59.884" v="17" actId="1076"/>
          <ac:picMkLst>
            <pc:docMk/>
            <pc:sldMk cId="2511080234" sldId="267"/>
            <ac:picMk id="5" creationId="{A98AF5B2-EEB4-64BE-1AAF-4DF8F789AE90}"/>
          </ac:picMkLst>
        </pc:picChg>
      </pc:sldChg>
      <pc:sldChg chg="addSp modSp new mod">
        <pc:chgData name="Utkarsh Agarwal" userId="7a1216fa42ee05d0" providerId="LiveId" clId="{5A8ABE04-300D-46CD-9942-40B59078845C}" dt="2026-01-22T18:07:42.589" v="21" actId="1076"/>
        <pc:sldMkLst>
          <pc:docMk/>
          <pc:sldMk cId="3063373348" sldId="268"/>
        </pc:sldMkLst>
        <pc:picChg chg="add mod">
          <ac:chgData name="Utkarsh Agarwal" userId="7a1216fa42ee05d0" providerId="LiveId" clId="{5A8ABE04-300D-46CD-9942-40B59078845C}" dt="2026-01-22T18:07:42.589" v="21" actId="1076"/>
          <ac:picMkLst>
            <pc:docMk/>
            <pc:sldMk cId="3063373348" sldId="268"/>
            <ac:picMk id="5" creationId="{B202F149-EEF0-53A5-BF9A-F661BDE246BD}"/>
          </ac:picMkLst>
        </pc:picChg>
      </pc:sldChg>
      <pc:sldChg chg="addSp modSp new mod">
        <pc:chgData name="Utkarsh Agarwal" userId="7a1216fa42ee05d0" providerId="LiveId" clId="{5A8ABE04-300D-46CD-9942-40B59078845C}" dt="2026-01-22T18:09:51.699" v="28" actId="1076"/>
        <pc:sldMkLst>
          <pc:docMk/>
          <pc:sldMk cId="3463945465" sldId="269"/>
        </pc:sldMkLst>
        <pc:picChg chg="add mod">
          <ac:chgData name="Utkarsh Agarwal" userId="7a1216fa42ee05d0" providerId="LiveId" clId="{5A8ABE04-300D-46CD-9942-40B59078845C}" dt="2026-01-22T18:09:51.699" v="28" actId="1076"/>
          <ac:picMkLst>
            <pc:docMk/>
            <pc:sldMk cId="3463945465" sldId="269"/>
            <ac:picMk id="5" creationId="{538C6867-832F-7B34-635B-052BFB7A3FC2}"/>
          </ac:picMkLst>
        </pc:picChg>
      </pc:sldChg>
      <pc:sldChg chg="addSp modSp new mod">
        <pc:chgData name="Utkarsh Agarwal" userId="7a1216fa42ee05d0" providerId="LiveId" clId="{5A8ABE04-300D-46CD-9942-40B59078845C}" dt="2026-01-22T18:10:48.968" v="33" actId="1076"/>
        <pc:sldMkLst>
          <pc:docMk/>
          <pc:sldMk cId="4023448103" sldId="270"/>
        </pc:sldMkLst>
        <pc:picChg chg="add mod">
          <ac:chgData name="Utkarsh Agarwal" userId="7a1216fa42ee05d0" providerId="LiveId" clId="{5A8ABE04-300D-46CD-9942-40B59078845C}" dt="2026-01-22T18:10:48.968" v="33" actId="1076"/>
          <ac:picMkLst>
            <pc:docMk/>
            <pc:sldMk cId="4023448103" sldId="270"/>
            <ac:picMk id="5" creationId="{66E1F6D4-2C2B-13B2-6CE6-C0E41FC484DC}"/>
          </ac:picMkLst>
        </pc:picChg>
      </pc:sldChg>
      <pc:sldChg chg="addSp new mod">
        <pc:chgData name="Utkarsh Agarwal" userId="7a1216fa42ee05d0" providerId="LiveId" clId="{5A8ABE04-300D-46CD-9942-40B59078845C}" dt="2026-02-05T00:24:18.091" v="35" actId="22"/>
        <pc:sldMkLst>
          <pc:docMk/>
          <pc:sldMk cId="2330140429" sldId="271"/>
        </pc:sldMkLst>
        <pc:picChg chg="add">
          <ac:chgData name="Utkarsh Agarwal" userId="7a1216fa42ee05d0" providerId="LiveId" clId="{5A8ABE04-300D-46CD-9942-40B59078845C}" dt="2026-02-05T00:24:18.091" v="35" actId="22"/>
          <ac:picMkLst>
            <pc:docMk/>
            <pc:sldMk cId="2330140429" sldId="271"/>
            <ac:picMk id="5" creationId="{1C4B4A27-4382-C4B6-D947-025708AB7DFA}"/>
          </ac:picMkLst>
        </pc:picChg>
      </pc:sldChg>
      <pc:sldChg chg="addSp modSp new mod">
        <pc:chgData name="Utkarsh Agarwal" userId="7a1216fa42ee05d0" providerId="LiveId" clId="{5A8ABE04-300D-46CD-9942-40B59078845C}" dt="2026-02-05T00:26:46.336" v="39" actId="1076"/>
        <pc:sldMkLst>
          <pc:docMk/>
          <pc:sldMk cId="728988289" sldId="272"/>
        </pc:sldMkLst>
        <pc:picChg chg="add mod">
          <ac:chgData name="Utkarsh Agarwal" userId="7a1216fa42ee05d0" providerId="LiveId" clId="{5A8ABE04-300D-46CD-9942-40B59078845C}" dt="2026-02-05T00:26:46.336" v="39" actId="1076"/>
          <ac:picMkLst>
            <pc:docMk/>
            <pc:sldMk cId="728988289" sldId="272"/>
            <ac:picMk id="5" creationId="{1B0A50CB-9BF8-9996-9D42-CD8220A77A6A}"/>
          </ac:picMkLst>
        </pc:picChg>
      </pc:sldChg>
      <pc:sldChg chg="addSp modSp new mod">
        <pc:chgData name="Utkarsh Agarwal" userId="7a1216fa42ee05d0" providerId="LiveId" clId="{5A8ABE04-300D-46CD-9942-40B59078845C}" dt="2026-02-05T01:25:45.343" v="49" actId="1076"/>
        <pc:sldMkLst>
          <pc:docMk/>
          <pc:sldMk cId="2384102187" sldId="273"/>
        </pc:sldMkLst>
        <pc:picChg chg="add mod">
          <ac:chgData name="Utkarsh Agarwal" userId="7a1216fa42ee05d0" providerId="LiveId" clId="{5A8ABE04-300D-46CD-9942-40B59078845C}" dt="2026-02-05T01:25:45.343" v="49" actId="1076"/>
          <ac:picMkLst>
            <pc:docMk/>
            <pc:sldMk cId="2384102187" sldId="273"/>
            <ac:picMk id="5" creationId="{F860726A-CD0C-B818-EB80-D34153235C57}"/>
          </ac:picMkLst>
        </pc:picChg>
      </pc:sldChg>
      <pc:sldChg chg="new del">
        <pc:chgData name="Utkarsh Agarwal" userId="7a1216fa42ee05d0" providerId="LiveId" clId="{5A8ABE04-300D-46CD-9942-40B59078845C}" dt="2026-02-05T01:25:28.320" v="41" actId="680"/>
        <pc:sldMkLst>
          <pc:docMk/>
          <pc:sldMk cId="4218539260" sldId="273"/>
        </pc:sldMkLst>
      </pc:sldChg>
      <pc:sldChg chg="addSp new mod">
        <pc:chgData name="Utkarsh Agarwal" userId="7a1216fa42ee05d0" providerId="LiveId" clId="{5A8ABE04-300D-46CD-9942-40B59078845C}" dt="2026-02-05T01:36:59.271" v="51" actId="22"/>
        <pc:sldMkLst>
          <pc:docMk/>
          <pc:sldMk cId="2858694303" sldId="274"/>
        </pc:sldMkLst>
        <pc:picChg chg="add">
          <ac:chgData name="Utkarsh Agarwal" userId="7a1216fa42ee05d0" providerId="LiveId" clId="{5A8ABE04-300D-46CD-9942-40B59078845C}" dt="2026-02-05T01:36:59.271" v="51" actId="22"/>
          <ac:picMkLst>
            <pc:docMk/>
            <pc:sldMk cId="2858694303" sldId="274"/>
            <ac:picMk id="5" creationId="{5FED6630-DADE-B57B-F0DB-7AD34308404E}"/>
          </ac:picMkLst>
        </pc:picChg>
      </pc:sldChg>
      <pc:sldChg chg="addSp modSp new mod">
        <pc:chgData name="Utkarsh Agarwal" userId="7a1216fa42ee05d0" providerId="LiveId" clId="{5A8ABE04-300D-46CD-9942-40B59078845C}" dt="2026-02-05T01:37:39.263" v="58" actId="1076"/>
        <pc:sldMkLst>
          <pc:docMk/>
          <pc:sldMk cId="46837287" sldId="275"/>
        </pc:sldMkLst>
        <pc:picChg chg="add mod">
          <ac:chgData name="Utkarsh Agarwal" userId="7a1216fa42ee05d0" providerId="LiveId" clId="{5A8ABE04-300D-46CD-9942-40B59078845C}" dt="2026-02-05T01:37:39.263" v="58" actId="1076"/>
          <ac:picMkLst>
            <pc:docMk/>
            <pc:sldMk cId="46837287" sldId="275"/>
            <ac:picMk id="5" creationId="{0C9EC71D-0F60-EE00-29A2-52337EECFAF9}"/>
          </ac:picMkLst>
        </pc:picChg>
      </pc:sldChg>
      <pc:sldChg chg="addSp modSp new mod">
        <pc:chgData name="Utkarsh Agarwal" userId="7a1216fa42ee05d0" providerId="LiveId" clId="{5A8ABE04-300D-46CD-9942-40B59078845C}" dt="2026-02-05T01:53:26.064" v="62" actId="1076"/>
        <pc:sldMkLst>
          <pc:docMk/>
          <pc:sldMk cId="4021678318" sldId="276"/>
        </pc:sldMkLst>
        <pc:picChg chg="add mod">
          <ac:chgData name="Utkarsh Agarwal" userId="7a1216fa42ee05d0" providerId="LiveId" clId="{5A8ABE04-300D-46CD-9942-40B59078845C}" dt="2026-02-05T01:53:26.064" v="62" actId="1076"/>
          <ac:picMkLst>
            <pc:docMk/>
            <pc:sldMk cId="4021678318" sldId="276"/>
            <ac:picMk id="5" creationId="{2C4634BF-7D5A-3568-2C69-C8E938EDA442}"/>
          </ac:picMkLst>
        </pc:picChg>
      </pc:sldChg>
      <pc:sldChg chg="addSp modSp new mod">
        <pc:chgData name="Utkarsh Agarwal" userId="7a1216fa42ee05d0" providerId="LiveId" clId="{5A8ABE04-300D-46CD-9942-40B59078845C}" dt="2026-02-05T01:54:59.248" v="66" actId="1076"/>
        <pc:sldMkLst>
          <pc:docMk/>
          <pc:sldMk cId="1289078834" sldId="277"/>
        </pc:sldMkLst>
        <pc:picChg chg="add mod">
          <ac:chgData name="Utkarsh Agarwal" userId="7a1216fa42ee05d0" providerId="LiveId" clId="{5A8ABE04-300D-46CD-9942-40B59078845C}" dt="2026-02-05T01:54:59.248" v="66" actId="1076"/>
          <ac:picMkLst>
            <pc:docMk/>
            <pc:sldMk cId="1289078834" sldId="277"/>
            <ac:picMk id="5" creationId="{33A2529C-AE7E-3718-945D-AEF24F9D411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8EA2-8E19-9267-84FA-1000A38C3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B82B-AC4B-D724-7EE1-275D0162B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9719-486C-381C-FAC7-C369B8B2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C9746-7D98-BA6C-A55A-322D4EC19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B74DE-1BED-48EA-29BF-9146AE5D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8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0DE5A-7815-9AFF-88CB-24EBA4C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9BDB5-872A-BAE0-A7EA-EA54C3FF6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1F05-09F1-EE50-29EF-10E7121CA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A1E4-06C3-A766-2301-2C2146E65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53F9-1E6F-09E2-61BD-80CDBBA2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79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25B6-31AA-163D-6BE6-3764C6EA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F510B-E471-67D8-CA16-84412BF2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26FFE-C94C-CA34-C50F-361E06C8F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512A-AFA0-C916-BCE1-C5910A7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A66C4-D81A-6A69-9D2B-82A647BDD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87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3353-8077-1B9B-B62E-1B89CFBAA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66BB9-E24A-7C7F-4FA5-D22145391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1B93-35CF-4120-8967-B03140289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2E121B-DC48-03E3-105E-6C3896CB1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A102-E7CF-3BF7-FB1F-7654D109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5C025-A7D1-D681-195B-4F4C0121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52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15FD-056C-DA7B-405D-A0327A39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BD075-8EAA-D5BC-72D2-FD0FC4D2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E3A2A-9A98-B64C-8034-77B8D43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1B9926-013F-7EED-C708-32E0D7FAF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04679B-98D6-712E-FC04-E9D335C62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F14575-EB8E-0F17-A13E-F88C4FB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773A1-EB2B-08FC-76F3-FD1CFB40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47D43-F5C0-687D-6197-7609366A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31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F306-0B4A-1917-335D-9DB93A15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1C5096-5E46-BFE8-313F-2CA0C48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CAB45-6ACF-3B47-4707-ECA631CB0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D4531-89C6-F8AC-D8B8-5708B5B6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57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C55F8-1048-909F-CC21-D392980BB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99FE1-212C-2ED7-B8A0-8A4CB30E0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C5F9F-A66C-431C-DCCE-CB3F658A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01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02EA9-DE7C-9A34-3351-FD0B2C4D2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A025D-C32F-FCF4-98F9-6BFCAAE1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1D6F-67D9-87AC-D2AE-45C508D01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DDEAA-D941-8915-E385-8BB4FA3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AF994-7BA7-16A1-D602-5ACD16C3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D477-1E80-8588-336B-32A05156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2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182C-9B4C-754B-A59F-2B649B9E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189ED-CC6B-921C-FF21-EF85E9C40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B2579-5091-6B2B-F68A-633D07F83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B097B-D706-5B0D-4F92-DE6CEABD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B3624-D0EB-5FE7-B8EE-20DB9E0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106B-D184-2324-A839-0B7BA76E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042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1DDCA-8C02-AFEC-572B-12DD33EF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6FDBB-D57D-D279-1674-3D6DBEC11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5E2D-EBAB-128C-1E0F-37AC8499F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0B1C-C6DE-CABC-464C-E6231DC3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4B74E-8845-A56E-71D0-94BE9983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76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5CF899-CF4F-2263-BAED-8741A2823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3891C-B482-E74F-3096-DF4055E00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93E3C-0153-8421-A589-05005B4AB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77E-2B08-277C-7E96-F68EE9B52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6D148-7B25-4922-4290-0187D61C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534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6C5564-5004-25F4-4C4E-7B19B03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3EA0-D14A-E090-6416-B7958B7A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7F315-9537-0D8D-C6E8-6B73F3EF7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1994F-3A96-4BFC-9935-A0F2A58A4CCE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AA8C6-775E-3F0B-3D17-49BCCB754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4DF4C-D928-3A09-68FB-6E2665484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1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EBF0-31C9-239E-C96B-1F564888F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8D2D2D-37AE-AFB9-C1D0-D89DFE789C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3D8EA-269E-7BB3-9F3F-33873394C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826"/>
            <a:ext cx="12192000" cy="60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200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9B50D-9FA3-79FD-1AE7-01205147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55C01-171D-A3A5-6A4B-ECF312F16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21D97-5832-EC06-75D9-423E40104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538" y="0"/>
            <a:ext cx="9246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8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6170-D2F5-37C7-A118-34AAFBC8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6179-82BD-D59C-0264-26C68F924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E8D4CC-D1A0-3CE4-4857-D7ED923D0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7" y="513943"/>
            <a:ext cx="8707065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5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340D-7215-D117-F246-3BF243B9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FF19D-CD04-9A28-FE0F-103D373F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14D04-83BD-A97A-0907-1A543D2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21"/>
            <a:ext cx="12192000" cy="537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57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D298-3A9A-AF5E-34BD-091BE7EDE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D375E-EF4F-960C-44B7-C2A2A3F8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FEB0A-920F-FC33-AF0D-B6109EB4A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5494"/>
            <a:ext cx="12192000" cy="526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2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A95-F1D1-85D4-9FE0-D56CB332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F3C7B-7E54-8659-F26D-FE111FB1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6D623-6B0F-8369-B166-39B87875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942" y="542522"/>
            <a:ext cx="7278116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18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AF294-8CD4-5BBC-6E5D-22B8F7FC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080-94BA-8A6C-3658-43B2320CA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D8236-15B0-2A13-E76D-3085532E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300"/>
            <a:ext cx="12192000" cy="453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113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FB46-FF64-532B-29FC-CAAF6AFB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7E2EC-54FF-9E80-E211-C8F6FEC5F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2B126-A5E2-990A-7443-740C8305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073" y="275785"/>
            <a:ext cx="8449854" cy="630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6CCB3-05B9-7B06-2FD3-0507EAAF4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36FDD-4357-CF76-0B9A-CE036F55E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12D3BA-D023-50ED-AD22-0C402796B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575" y="1027906"/>
            <a:ext cx="7530496" cy="454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986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9FCF-8C06-931C-99C8-9B1DC561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AC42-E5E2-2F12-76AB-B0AE7943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78C17E-49DD-704A-6B59-AC3F48CB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36" y="681037"/>
            <a:ext cx="7161127" cy="501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4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2E3BE-57A1-745C-08F2-2EA61AB5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FA0FE-65FF-655E-11F1-E67086D3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53D29-8A63-ECA1-781D-31FE6ACF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000" y="1027906"/>
            <a:ext cx="942199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3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6EBF-82CE-6639-93C0-6F1C1E07E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07788-B4E4-8A37-2A86-B8ECAA104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F5B2-EEB4-64BE-1AAF-4DF8F789A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81" y="458283"/>
            <a:ext cx="11004638" cy="50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8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B04-9235-4106-0BCE-02F6363F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377E9-A52F-724E-06B9-CB3F3286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2F149-EEF0-53A5-BF9A-F661BDE24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515" y="365125"/>
            <a:ext cx="8876969" cy="556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373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DC2D-95A3-504B-400E-8E101AC3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207AF-F627-E671-8CA3-18C09B00C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8C6867-832F-7B34-635B-052BFB7A3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741999"/>
            <a:ext cx="11353800" cy="429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94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3922-AD16-2343-F718-58E93C856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A1025-91DB-D356-AF3D-FBE631E34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1F6D4-2C2B-13B2-6CE6-C0E41FC48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9" y="1027906"/>
            <a:ext cx="11079981" cy="400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48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C6625-3906-281E-1EC3-AE5FED7D2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FF189-773E-87FC-3A36-CBF2A13EB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4B4A27-4382-C4B6-D947-025708AB7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7024"/>
            <a:ext cx="12192000" cy="538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140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6A92-13D1-728D-9EEF-EA25F994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94BC-1338-8197-31DA-951F05276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A50CB-9BF8-9996-9D42-CD8220A77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18" y="1242129"/>
            <a:ext cx="12011764" cy="420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88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79256-53D9-9AF7-C02D-0E27508DE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F5203-E910-C669-3D9E-43AB808A3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0726A-CD0C-B818-EB80-D34153235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73" y="1336100"/>
            <a:ext cx="11930653" cy="45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02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4586-2945-7B61-489C-BDE143F4E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4573-98F1-B95B-F410-698970033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D6630-DADE-B57B-F0DB-7AD343084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1570"/>
            <a:ext cx="12192000" cy="505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94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DA0E3-ADE6-4EDF-1586-D73614208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5B3C1-597C-2FEE-462C-5D4F31FB5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C71D-0F60-EE00-29A2-52337EECF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31" y="1495714"/>
            <a:ext cx="11978338" cy="404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37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F3867-842B-A5F0-FC29-7F8E7895D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784E6-0EE6-8875-860D-B4AAC4A80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634BF-7D5A-3568-2C69-C8E938EDA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42" y="1533093"/>
            <a:ext cx="12202742" cy="379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7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C9EB3-140E-CF81-6E5A-889176291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077D1-88E9-A446-A949-CCB6D53B0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2529C-AE7E-3718-945D-AEF24F9D4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14" y="1388502"/>
            <a:ext cx="11279772" cy="408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078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0</Words>
  <Application>Microsoft Office PowerPoint</Application>
  <PresentationFormat>Widescreen</PresentationFormat>
  <Paragraphs>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2026-01-21T16:41:18Z</dcterms:created>
  <dcterms:modified xsi:type="dcterms:W3CDTF">2026-02-05T01:55:01Z</dcterms:modified>
</cp:coreProperties>
</file>