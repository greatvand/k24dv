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08EA2-8E19-9267-84FA-1000A38C3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B82B-AC4B-D724-7EE1-275D0162BB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749719-486C-381C-FAC7-C369B8B20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5C9746-7D98-BA6C-A55A-322D4EC19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B74DE-1BED-48EA-29BF-9146AE5D8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8688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0DE5A-7815-9AFF-88CB-24EBA4CA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9BDB5-872A-BAE0-A7EA-EA54C3FF61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E1F05-09F1-EE50-29EF-10E7121CA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1A1E4-06C3-A766-2301-2C2146E65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EE53F9-1E6F-09E2-61BD-80CDBBA24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77967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F25B6-31AA-163D-6BE6-3764C6EAA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3F510B-E471-67D8-CA16-84412BF241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026FFE-C94C-CA34-C50F-361E06C8F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512A-AFA0-C916-BCE1-C5910A759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AA66C4-D81A-6A69-9D2B-82A647BDD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9876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93353-8077-1B9B-B62E-1B89CFBAA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66BB9-E24A-7C7F-4FA5-D221453917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C21B93-35CF-4120-8967-B031402890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2E121B-DC48-03E3-105E-6C3896CB1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3DA102-E7CF-3BF7-FB1F-7654D1095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85C025-A7D1-D681-195B-4F4C01219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15229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815FD-056C-DA7B-405D-A0327A394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2BD075-8EAA-D5BC-72D2-FD0FC4D2A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0E3A2A-9A98-B64C-8034-77B8D4319E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1B9926-013F-7EED-C708-32E0D7FAFE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04679B-98D6-712E-FC04-E9D335C624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F14575-EB8E-0F17-A13E-F88C4FB65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F773A1-EB2B-08FC-76F3-FD1CFB400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47D43-F5C0-687D-6197-7609366A3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2312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BF306-0B4A-1917-335D-9DB93A151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1C5096-5E46-BFE8-313F-2CA0C4854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3CAB45-6ACF-3B47-4707-ECA631CB0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0D4531-89C6-F8AC-D8B8-5708B5B6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8575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7C55F8-1048-909F-CC21-D392980BB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799FE1-212C-2ED7-B8A0-8A4CB30E0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C5F9F-A66C-431C-DCCE-CB3F658A0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8018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02EA9-DE7C-9A34-3351-FD0B2C4D2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A025D-C32F-FCF4-98F9-6BFCAAE1F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2B1D6F-67D9-87AC-D2AE-45C508D015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5DDEAA-D941-8915-E385-8BB4FA32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AF994-7BA7-16A1-D602-5ACD16C39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C0D477-1E80-8588-336B-32A05156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7267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3182C-9B4C-754B-A59F-2B649B9E9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189ED-CC6B-921C-FF21-EF85E9C403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0B2579-5091-6B2B-F68A-633D07F83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8B097B-D706-5B0D-4F92-DE6CEABDA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3B3624-D0EB-5FE7-B8EE-20DB9E0B7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44106B-D184-2324-A839-0B7BA76E2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2042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1DDCA-8C02-AFEC-572B-12DD33EF2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6FDBB-D57D-D279-1674-3D6DBEC110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85E2D-EBAB-128C-1E0F-37AC8499F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C0B1C-C6DE-CABC-464C-E6231DC30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4B74E-8845-A56E-71D0-94BE99834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3762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5CF899-CF4F-2263-BAED-8741A28235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B3891C-B482-E74F-3096-DF4055E00E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E93E3C-0153-8421-A589-05005B4AB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D777E-2B08-277C-7E96-F68EE9B52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6D148-7B25-4922-4290-0187D61C8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5345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6C5564-5004-25F4-4C4E-7B19B038A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823EA0-D14A-E090-6416-B7958B7AD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7F315-9537-0D8D-C6E8-6B73F3EF76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E1994F-3A96-4BFC-9935-A0F2A58A4CCE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8AA8C6-775E-3F0B-3D17-49BCCB754B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4DF4C-D928-3A09-68FB-6E2665484E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1880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BEBF0-31C9-239E-C96B-1F564888F7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8D2D2D-37AE-AFB9-C1D0-D89DFE789C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B3D8EA-269E-7BB3-9F3F-33873394C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1826"/>
            <a:ext cx="12192000" cy="6034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200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9B50D-9FA3-79FD-1AE7-01205147B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55C01-171D-A3A5-6A4B-ECF312F169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121D97-5832-EC06-75D9-423E401043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538" y="0"/>
            <a:ext cx="92469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386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D6170-D2F5-37C7-A118-34AAFBC8E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76179-82BD-D59C-0264-26C68F9241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E8D4CC-D1A0-3CE4-4857-D7ED923D0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7" y="513943"/>
            <a:ext cx="8707065" cy="5830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251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F340D-7215-D117-F246-3BF243B93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FF19D-CD04-9A28-FE0F-103D373FC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14D04-83BD-A97A-0907-1A543D237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0221"/>
            <a:ext cx="12192000" cy="537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657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5D298-3A9A-AF5E-34BD-091BE7EDE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D375E-EF4F-960C-44B7-C2A2A3F80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7FEB0A-920F-FC33-AF0D-B6109EB4A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5494"/>
            <a:ext cx="12192000" cy="5267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322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E8A95-F1D1-85D4-9FE0-D56CB332B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F3C7B-7E54-8659-F26D-FE111FB1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96D623-6B0F-8369-B166-39B878758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6942" y="542522"/>
            <a:ext cx="7278116" cy="577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4182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AF294-8CD4-5BBC-6E5D-22B8F7FC8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0D080-94BA-8A6C-3658-43B2320CA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2D8236-15B0-2A13-E76D-3085532E3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3300"/>
            <a:ext cx="12192000" cy="4531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113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0</Words>
  <Application>Microsoft Office PowerPoint</Application>
  <PresentationFormat>Widescreen</PresentationFormat>
  <Paragraphs>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Agarwal</dc:creator>
  <cp:lastModifiedBy>Utkarsh Agarwal</cp:lastModifiedBy>
  <cp:revision>1</cp:revision>
  <dcterms:created xsi:type="dcterms:W3CDTF">2026-01-21T16:41:18Z</dcterms:created>
  <dcterms:modified xsi:type="dcterms:W3CDTF">2026-01-21T16:59:06Z</dcterms:modified>
</cp:coreProperties>
</file>