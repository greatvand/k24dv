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1166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tkarsh Agarwal" userId="7a1216fa42ee05d0" providerId="LiveId" clId="{5A8ABE04-300D-46CD-9942-40B59078845C}"/>
    <pc:docChg chg="undo custSel addSld delSld modSld">
      <pc:chgData name="Utkarsh Agarwal" userId="7a1216fa42ee05d0" providerId="LiveId" clId="{5A8ABE04-300D-46CD-9942-40B59078845C}" dt="2026-03-02T07:11:47.458" v="100" actId="22"/>
      <pc:docMkLst>
        <pc:docMk/>
      </pc:docMkLst>
      <pc:sldChg chg="addSp new mod">
        <pc:chgData name="Utkarsh Agarwal" userId="7a1216fa42ee05d0" providerId="LiveId" clId="{5A8ABE04-300D-46CD-9942-40B59078845C}" dt="2026-02-05T00:24:18.091" v="35" actId="22"/>
        <pc:sldMkLst>
          <pc:docMk/>
          <pc:sldMk cId="2330140429" sldId="271"/>
        </pc:sldMkLst>
        <pc:picChg chg="add">
          <ac:chgData name="Utkarsh Agarwal" userId="7a1216fa42ee05d0" providerId="LiveId" clId="{5A8ABE04-300D-46CD-9942-40B59078845C}" dt="2026-02-05T00:24:18.091" v="35" actId="22"/>
          <ac:picMkLst>
            <pc:docMk/>
            <pc:sldMk cId="2330140429" sldId="271"/>
            <ac:picMk id="5" creationId="{1C4B4A27-4382-C4B6-D947-025708AB7DFA}"/>
          </ac:picMkLst>
        </pc:picChg>
      </pc:sldChg>
      <pc:sldChg chg="addSp modSp new mod">
        <pc:chgData name="Utkarsh Agarwal" userId="7a1216fa42ee05d0" providerId="LiveId" clId="{5A8ABE04-300D-46CD-9942-40B59078845C}" dt="2026-02-05T00:26:46.336" v="39" actId="1076"/>
        <pc:sldMkLst>
          <pc:docMk/>
          <pc:sldMk cId="728988289" sldId="272"/>
        </pc:sldMkLst>
        <pc:picChg chg="add mod">
          <ac:chgData name="Utkarsh Agarwal" userId="7a1216fa42ee05d0" providerId="LiveId" clId="{5A8ABE04-300D-46CD-9942-40B59078845C}" dt="2026-02-05T00:26:46.336" v="39" actId="1076"/>
          <ac:picMkLst>
            <pc:docMk/>
            <pc:sldMk cId="728988289" sldId="272"/>
            <ac:picMk id="5" creationId="{1B0A50CB-9BF8-9996-9D42-CD8220A77A6A}"/>
          </ac:picMkLst>
        </pc:picChg>
      </pc:sldChg>
      <pc:sldChg chg="addSp modSp new mod">
        <pc:chgData name="Utkarsh Agarwal" userId="7a1216fa42ee05d0" providerId="LiveId" clId="{5A8ABE04-300D-46CD-9942-40B59078845C}" dt="2026-02-05T01:25:45.343" v="49" actId="1076"/>
        <pc:sldMkLst>
          <pc:docMk/>
          <pc:sldMk cId="2384102187" sldId="273"/>
        </pc:sldMkLst>
        <pc:picChg chg="add mod">
          <ac:chgData name="Utkarsh Agarwal" userId="7a1216fa42ee05d0" providerId="LiveId" clId="{5A8ABE04-300D-46CD-9942-40B59078845C}" dt="2026-02-05T01:25:45.343" v="49" actId="1076"/>
          <ac:picMkLst>
            <pc:docMk/>
            <pc:sldMk cId="2384102187" sldId="273"/>
            <ac:picMk id="5" creationId="{F860726A-CD0C-B818-EB80-D34153235C57}"/>
          </ac:picMkLst>
        </pc:picChg>
      </pc:sldChg>
      <pc:sldChg chg="addSp new mod">
        <pc:chgData name="Utkarsh Agarwal" userId="7a1216fa42ee05d0" providerId="LiveId" clId="{5A8ABE04-300D-46CD-9942-40B59078845C}" dt="2026-02-05T01:36:59.271" v="51" actId="22"/>
        <pc:sldMkLst>
          <pc:docMk/>
          <pc:sldMk cId="2858694303" sldId="274"/>
        </pc:sldMkLst>
        <pc:picChg chg="add">
          <ac:chgData name="Utkarsh Agarwal" userId="7a1216fa42ee05d0" providerId="LiveId" clId="{5A8ABE04-300D-46CD-9942-40B59078845C}" dt="2026-02-05T01:36:59.271" v="51" actId="22"/>
          <ac:picMkLst>
            <pc:docMk/>
            <pc:sldMk cId="2858694303" sldId="274"/>
            <ac:picMk id="5" creationId="{5FED6630-DADE-B57B-F0DB-7AD34308404E}"/>
          </ac:picMkLst>
        </pc:picChg>
      </pc:sldChg>
      <pc:sldChg chg="addSp modSp new mod">
        <pc:chgData name="Utkarsh Agarwal" userId="7a1216fa42ee05d0" providerId="LiveId" clId="{5A8ABE04-300D-46CD-9942-40B59078845C}" dt="2026-02-05T01:37:39.263" v="58" actId="1076"/>
        <pc:sldMkLst>
          <pc:docMk/>
          <pc:sldMk cId="46837287" sldId="275"/>
        </pc:sldMkLst>
        <pc:picChg chg="add mod">
          <ac:chgData name="Utkarsh Agarwal" userId="7a1216fa42ee05d0" providerId="LiveId" clId="{5A8ABE04-300D-46CD-9942-40B59078845C}" dt="2026-02-05T01:37:39.263" v="58" actId="1076"/>
          <ac:picMkLst>
            <pc:docMk/>
            <pc:sldMk cId="46837287" sldId="275"/>
            <ac:picMk id="5" creationId="{0C9EC71D-0F60-EE00-29A2-52337EECFAF9}"/>
          </ac:picMkLst>
        </pc:picChg>
      </pc:sldChg>
      <pc:sldChg chg="addSp modSp new mod">
        <pc:chgData name="Utkarsh Agarwal" userId="7a1216fa42ee05d0" providerId="LiveId" clId="{5A8ABE04-300D-46CD-9942-40B59078845C}" dt="2026-02-05T01:53:26.064" v="62" actId="1076"/>
        <pc:sldMkLst>
          <pc:docMk/>
          <pc:sldMk cId="4021678318" sldId="276"/>
        </pc:sldMkLst>
        <pc:picChg chg="add mod">
          <ac:chgData name="Utkarsh Agarwal" userId="7a1216fa42ee05d0" providerId="LiveId" clId="{5A8ABE04-300D-46CD-9942-40B59078845C}" dt="2026-02-05T01:53:26.064" v="62" actId="1076"/>
          <ac:picMkLst>
            <pc:docMk/>
            <pc:sldMk cId="4021678318" sldId="276"/>
            <ac:picMk id="5" creationId="{2C4634BF-7D5A-3568-2C69-C8E938EDA442}"/>
          </ac:picMkLst>
        </pc:picChg>
      </pc:sldChg>
      <pc:sldChg chg="addSp modSp new mod">
        <pc:chgData name="Utkarsh Agarwal" userId="7a1216fa42ee05d0" providerId="LiveId" clId="{5A8ABE04-300D-46CD-9942-40B59078845C}" dt="2026-02-05T01:54:59.248" v="66" actId="1076"/>
        <pc:sldMkLst>
          <pc:docMk/>
          <pc:sldMk cId="1289078834" sldId="277"/>
        </pc:sldMkLst>
        <pc:picChg chg="add mod">
          <ac:chgData name="Utkarsh Agarwal" userId="7a1216fa42ee05d0" providerId="LiveId" clId="{5A8ABE04-300D-46CD-9942-40B59078845C}" dt="2026-02-05T01:54:59.248" v="66" actId="1076"/>
          <ac:picMkLst>
            <pc:docMk/>
            <pc:sldMk cId="1289078834" sldId="277"/>
            <ac:picMk id="5" creationId="{33A2529C-AE7E-3718-945D-AEF24F9D4112}"/>
          </ac:picMkLst>
        </pc:picChg>
      </pc:sldChg>
      <pc:sldChg chg="addSp new mod">
        <pc:chgData name="Utkarsh Agarwal" userId="7a1216fa42ee05d0" providerId="LiveId" clId="{5A8ABE04-300D-46CD-9942-40B59078845C}" dt="2026-02-08T12:00:18.616" v="68" actId="22"/>
        <pc:sldMkLst>
          <pc:docMk/>
          <pc:sldMk cId="1899831343" sldId="278"/>
        </pc:sldMkLst>
        <pc:picChg chg="add">
          <ac:chgData name="Utkarsh Agarwal" userId="7a1216fa42ee05d0" providerId="LiveId" clId="{5A8ABE04-300D-46CD-9942-40B59078845C}" dt="2026-02-08T12:00:18.616" v="68" actId="22"/>
          <ac:picMkLst>
            <pc:docMk/>
            <pc:sldMk cId="1899831343" sldId="278"/>
            <ac:picMk id="5" creationId="{3B28C9F4-A437-6C15-9752-1D217D91DA70}"/>
          </ac:picMkLst>
        </pc:picChg>
      </pc:sldChg>
      <pc:sldChg chg="addSp new mod">
        <pc:chgData name="Utkarsh Agarwal" userId="7a1216fa42ee05d0" providerId="LiveId" clId="{5A8ABE04-300D-46CD-9942-40B59078845C}" dt="2026-02-08T12:00:53.741" v="70" actId="22"/>
        <pc:sldMkLst>
          <pc:docMk/>
          <pc:sldMk cId="1182341619" sldId="279"/>
        </pc:sldMkLst>
        <pc:picChg chg="add">
          <ac:chgData name="Utkarsh Agarwal" userId="7a1216fa42ee05d0" providerId="LiveId" clId="{5A8ABE04-300D-46CD-9942-40B59078845C}" dt="2026-02-08T12:00:53.741" v="70" actId="22"/>
          <ac:picMkLst>
            <pc:docMk/>
            <pc:sldMk cId="1182341619" sldId="279"/>
            <ac:picMk id="5" creationId="{685DEE11-1891-5846-64B9-D96D4DE9A588}"/>
          </ac:picMkLst>
        </pc:picChg>
      </pc:sldChg>
      <pc:sldChg chg="addSp new mod">
        <pc:chgData name="Utkarsh Agarwal" userId="7a1216fa42ee05d0" providerId="LiveId" clId="{5A8ABE04-300D-46CD-9942-40B59078845C}" dt="2026-02-08T12:01:16.636" v="72" actId="22"/>
        <pc:sldMkLst>
          <pc:docMk/>
          <pc:sldMk cId="1938700212" sldId="280"/>
        </pc:sldMkLst>
        <pc:picChg chg="add">
          <ac:chgData name="Utkarsh Agarwal" userId="7a1216fa42ee05d0" providerId="LiveId" clId="{5A8ABE04-300D-46CD-9942-40B59078845C}" dt="2026-02-08T12:01:16.636" v="72" actId="22"/>
          <ac:picMkLst>
            <pc:docMk/>
            <pc:sldMk cId="1938700212" sldId="280"/>
            <ac:picMk id="5" creationId="{21859AFF-E334-55BA-6765-CEF2C995AD00}"/>
          </ac:picMkLst>
        </pc:picChg>
      </pc:sldChg>
      <pc:sldChg chg="addSp new mod">
        <pc:chgData name="Utkarsh Agarwal" userId="7a1216fa42ee05d0" providerId="LiveId" clId="{5A8ABE04-300D-46CD-9942-40B59078845C}" dt="2026-02-08T12:01:42.425" v="74" actId="22"/>
        <pc:sldMkLst>
          <pc:docMk/>
          <pc:sldMk cId="1595278338" sldId="281"/>
        </pc:sldMkLst>
        <pc:picChg chg="add">
          <ac:chgData name="Utkarsh Agarwal" userId="7a1216fa42ee05d0" providerId="LiveId" clId="{5A8ABE04-300D-46CD-9942-40B59078845C}" dt="2026-02-08T12:01:42.425" v="74" actId="22"/>
          <ac:picMkLst>
            <pc:docMk/>
            <pc:sldMk cId="1595278338" sldId="281"/>
            <ac:picMk id="5" creationId="{96FF3784-3336-8589-35EC-296669B344C3}"/>
          </ac:picMkLst>
        </pc:picChg>
      </pc:sldChg>
      <pc:sldChg chg="addSp new mod">
        <pc:chgData name="Utkarsh Agarwal" userId="7a1216fa42ee05d0" providerId="LiveId" clId="{5A8ABE04-300D-46CD-9942-40B59078845C}" dt="2026-02-08T12:05:44.782" v="76" actId="22"/>
        <pc:sldMkLst>
          <pc:docMk/>
          <pc:sldMk cId="218769065" sldId="282"/>
        </pc:sldMkLst>
        <pc:picChg chg="add">
          <ac:chgData name="Utkarsh Agarwal" userId="7a1216fa42ee05d0" providerId="LiveId" clId="{5A8ABE04-300D-46CD-9942-40B59078845C}" dt="2026-02-08T12:05:44.782" v="76" actId="22"/>
          <ac:picMkLst>
            <pc:docMk/>
            <pc:sldMk cId="218769065" sldId="282"/>
            <ac:picMk id="5" creationId="{04675D54-393E-4C90-8132-B4F837CEE379}"/>
          </ac:picMkLst>
        </pc:picChg>
      </pc:sldChg>
      <pc:sldChg chg="addSp new mod">
        <pc:chgData name="Utkarsh Agarwal" userId="7a1216fa42ee05d0" providerId="LiveId" clId="{5A8ABE04-300D-46CD-9942-40B59078845C}" dt="2026-02-08T12:06:14.857" v="78" actId="22"/>
        <pc:sldMkLst>
          <pc:docMk/>
          <pc:sldMk cId="3289320709" sldId="283"/>
        </pc:sldMkLst>
        <pc:picChg chg="add">
          <ac:chgData name="Utkarsh Agarwal" userId="7a1216fa42ee05d0" providerId="LiveId" clId="{5A8ABE04-300D-46CD-9942-40B59078845C}" dt="2026-02-08T12:06:14.857" v="78" actId="22"/>
          <ac:picMkLst>
            <pc:docMk/>
            <pc:sldMk cId="3289320709" sldId="283"/>
            <ac:picMk id="5" creationId="{F22616FF-09D7-F918-3C20-4772750140E4}"/>
          </ac:picMkLst>
        </pc:picChg>
      </pc:sldChg>
      <pc:sldChg chg="addSp new mod">
        <pc:chgData name="Utkarsh Agarwal" userId="7a1216fa42ee05d0" providerId="LiveId" clId="{5A8ABE04-300D-46CD-9942-40B59078845C}" dt="2026-03-02T06:36:17.163" v="80" actId="22"/>
        <pc:sldMkLst>
          <pc:docMk/>
          <pc:sldMk cId="3928942917" sldId="284"/>
        </pc:sldMkLst>
        <pc:picChg chg="add">
          <ac:chgData name="Utkarsh Agarwal" userId="7a1216fa42ee05d0" providerId="LiveId" clId="{5A8ABE04-300D-46CD-9942-40B59078845C}" dt="2026-03-02T06:36:17.163" v="80" actId="22"/>
          <ac:picMkLst>
            <pc:docMk/>
            <pc:sldMk cId="3928942917" sldId="284"/>
            <ac:picMk id="5" creationId="{72D01EA3-6F42-DFA2-72ED-CD326FB574FD}"/>
          </ac:picMkLst>
        </pc:picChg>
      </pc:sldChg>
      <pc:sldChg chg="addSp new mod">
        <pc:chgData name="Utkarsh Agarwal" userId="7a1216fa42ee05d0" providerId="LiveId" clId="{5A8ABE04-300D-46CD-9942-40B59078845C}" dt="2026-03-02T06:37:48.493" v="82" actId="22"/>
        <pc:sldMkLst>
          <pc:docMk/>
          <pc:sldMk cId="776078848" sldId="285"/>
        </pc:sldMkLst>
        <pc:picChg chg="add">
          <ac:chgData name="Utkarsh Agarwal" userId="7a1216fa42ee05d0" providerId="LiveId" clId="{5A8ABE04-300D-46CD-9942-40B59078845C}" dt="2026-03-02T06:37:48.493" v="82" actId="22"/>
          <ac:picMkLst>
            <pc:docMk/>
            <pc:sldMk cId="776078848" sldId="285"/>
            <ac:picMk id="5" creationId="{D1E11B40-1C46-FBC3-6F92-3798F0D4A5D2}"/>
          </ac:picMkLst>
        </pc:picChg>
      </pc:sldChg>
      <pc:sldChg chg="addSp new mod">
        <pc:chgData name="Utkarsh Agarwal" userId="7a1216fa42ee05d0" providerId="LiveId" clId="{5A8ABE04-300D-46CD-9942-40B59078845C}" dt="2026-03-02T06:38:58.285" v="84" actId="22"/>
        <pc:sldMkLst>
          <pc:docMk/>
          <pc:sldMk cId="1542160392" sldId="286"/>
        </pc:sldMkLst>
        <pc:picChg chg="add">
          <ac:chgData name="Utkarsh Agarwal" userId="7a1216fa42ee05d0" providerId="LiveId" clId="{5A8ABE04-300D-46CD-9942-40B59078845C}" dt="2026-03-02T06:38:58.285" v="84" actId="22"/>
          <ac:picMkLst>
            <pc:docMk/>
            <pc:sldMk cId="1542160392" sldId="286"/>
            <ac:picMk id="5" creationId="{F9003496-9164-ED29-7872-AF3BFFC30340}"/>
          </ac:picMkLst>
        </pc:picChg>
      </pc:sldChg>
      <pc:sldChg chg="addSp new mod">
        <pc:chgData name="Utkarsh Agarwal" userId="7a1216fa42ee05d0" providerId="LiveId" clId="{5A8ABE04-300D-46CD-9942-40B59078845C}" dt="2026-03-02T06:40:39.478" v="86" actId="22"/>
        <pc:sldMkLst>
          <pc:docMk/>
          <pc:sldMk cId="2174822817" sldId="287"/>
        </pc:sldMkLst>
        <pc:picChg chg="add">
          <ac:chgData name="Utkarsh Agarwal" userId="7a1216fa42ee05d0" providerId="LiveId" clId="{5A8ABE04-300D-46CD-9942-40B59078845C}" dt="2026-03-02T06:40:39.478" v="86" actId="22"/>
          <ac:picMkLst>
            <pc:docMk/>
            <pc:sldMk cId="2174822817" sldId="287"/>
            <ac:picMk id="5" creationId="{C4DC1A4D-EDB3-9818-A4D4-58C378FDC09E}"/>
          </ac:picMkLst>
        </pc:picChg>
      </pc:sldChg>
      <pc:sldChg chg="addSp new mod">
        <pc:chgData name="Utkarsh Agarwal" userId="7a1216fa42ee05d0" providerId="LiveId" clId="{5A8ABE04-300D-46CD-9942-40B59078845C}" dt="2026-03-02T06:43:59.577" v="88" actId="22"/>
        <pc:sldMkLst>
          <pc:docMk/>
          <pc:sldMk cId="3070341093" sldId="288"/>
        </pc:sldMkLst>
        <pc:picChg chg="add">
          <ac:chgData name="Utkarsh Agarwal" userId="7a1216fa42ee05d0" providerId="LiveId" clId="{5A8ABE04-300D-46CD-9942-40B59078845C}" dt="2026-03-02T06:43:59.577" v="88" actId="22"/>
          <ac:picMkLst>
            <pc:docMk/>
            <pc:sldMk cId="3070341093" sldId="288"/>
            <ac:picMk id="5" creationId="{52CE1973-10C0-2473-E57D-950443EFDBAD}"/>
          </ac:picMkLst>
        </pc:picChg>
      </pc:sldChg>
      <pc:sldChg chg="addSp new mod">
        <pc:chgData name="Utkarsh Agarwal" userId="7a1216fa42ee05d0" providerId="LiveId" clId="{5A8ABE04-300D-46CD-9942-40B59078845C}" dt="2026-03-02T06:45:09.771" v="90" actId="22"/>
        <pc:sldMkLst>
          <pc:docMk/>
          <pc:sldMk cId="406760510" sldId="289"/>
        </pc:sldMkLst>
        <pc:picChg chg="add">
          <ac:chgData name="Utkarsh Agarwal" userId="7a1216fa42ee05d0" providerId="LiveId" clId="{5A8ABE04-300D-46CD-9942-40B59078845C}" dt="2026-03-02T06:45:09.771" v="90" actId="22"/>
          <ac:picMkLst>
            <pc:docMk/>
            <pc:sldMk cId="406760510" sldId="289"/>
            <ac:picMk id="5" creationId="{B2D32CCC-40F1-A854-91C3-07E1B12C56A4}"/>
          </ac:picMkLst>
        </pc:picChg>
      </pc:sldChg>
      <pc:sldChg chg="addSp new mod">
        <pc:chgData name="Utkarsh Agarwal" userId="7a1216fa42ee05d0" providerId="LiveId" clId="{5A8ABE04-300D-46CD-9942-40B59078845C}" dt="2026-03-02T06:46:11.027" v="92" actId="22"/>
        <pc:sldMkLst>
          <pc:docMk/>
          <pc:sldMk cId="2626627937" sldId="290"/>
        </pc:sldMkLst>
        <pc:picChg chg="add">
          <ac:chgData name="Utkarsh Agarwal" userId="7a1216fa42ee05d0" providerId="LiveId" clId="{5A8ABE04-300D-46CD-9942-40B59078845C}" dt="2026-03-02T06:46:11.027" v="92" actId="22"/>
          <ac:picMkLst>
            <pc:docMk/>
            <pc:sldMk cId="2626627937" sldId="290"/>
            <ac:picMk id="5" creationId="{958EF12A-C262-314B-8455-EF303CCA157B}"/>
          </ac:picMkLst>
        </pc:picChg>
      </pc:sldChg>
      <pc:sldChg chg="addSp new mod">
        <pc:chgData name="Utkarsh Agarwal" userId="7a1216fa42ee05d0" providerId="LiveId" clId="{5A8ABE04-300D-46CD-9942-40B59078845C}" dt="2026-03-02T07:05:25.818" v="94" actId="22"/>
        <pc:sldMkLst>
          <pc:docMk/>
          <pc:sldMk cId="3043555847" sldId="291"/>
        </pc:sldMkLst>
        <pc:picChg chg="add">
          <ac:chgData name="Utkarsh Agarwal" userId="7a1216fa42ee05d0" providerId="LiveId" clId="{5A8ABE04-300D-46CD-9942-40B59078845C}" dt="2026-03-02T07:05:25.818" v="94" actId="22"/>
          <ac:picMkLst>
            <pc:docMk/>
            <pc:sldMk cId="3043555847" sldId="291"/>
            <ac:picMk id="5" creationId="{0AD6F502-8245-8F7B-4D42-E64C9A4F0DCB}"/>
          </ac:picMkLst>
        </pc:picChg>
      </pc:sldChg>
      <pc:sldChg chg="addSp new mod">
        <pc:chgData name="Utkarsh Agarwal" userId="7a1216fa42ee05d0" providerId="LiveId" clId="{5A8ABE04-300D-46CD-9942-40B59078845C}" dt="2026-03-02T07:10:21.408" v="96" actId="22"/>
        <pc:sldMkLst>
          <pc:docMk/>
          <pc:sldMk cId="4254426267" sldId="292"/>
        </pc:sldMkLst>
        <pc:picChg chg="add">
          <ac:chgData name="Utkarsh Agarwal" userId="7a1216fa42ee05d0" providerId="LiveId" clId="{5A8ABE04-300D-46CD-9942-40B59078845C}" dt="2026-03-02T07:10:21.408" v="96" actId="22"/>
          <ac:picMkLst>
            <pc:docMk/>
            <pc:sldMk cId="4254426267" sldId="292"/>
            <ac:picMk id="5" creationId="{C2D3022B-2F07-3378-F01A-98CD34F5E0ED}"/>
          </ac:picMkLst>
        </pc:picChg>
      </pc:sldChg>
      <pc:sldChg chg="addSp new mod">
        <pc:chgData name="Utkarsh Agarwal" userId="7a1216fa42ee05d0" providerId="LiveId" clId="{5A8ABE04-300D-46CD-9942-40B59078845C}" dt="2026-03-02T07:11:08.017" v="98" actId="22"/>
        <pc:sldMkLst>
          <pc:docMk/>
          <pc:sldMk cId="2194398821" sldId="293"/>
        </pc:sldMkLst>
        <pc:picChg chg="add">
          <ac:chgData name="Utkarsh Agarwal" userId="7a1216fa42ee05d0" providerId="LiveId" clId="{5A8ABE04-300D-46CD-9942-40B59078845C}" dt="2026-03-02T07:11:08.017" v="98" actId="22"/>
          <ac:picMkLst>
            <pc:docMk/>
            <pc:sldMk cId="2194398821" sldId="293"/>
            <ac:picMk id="5" creationId="{1FA43E05-43FB-44C9-B963-892A499B0834}"/>
          </ac:picMkLst>
        </pc:picChg>
      </pc:sldChg>
      <pc:sldChg chg="addSp new mod">
        <pc:chgData name="Utkarsh Agarwal" userId="7a1216fa42ee05d0" providerId="LiveId" clId="{5A8ABE04-300D-46CD-9942-40B59078845C}" dt="2026-03-02T07:11:47.458" v="100" actId="22"/>
        <pc:sldMkLst>
          <pc:docMk/>
          <pc:sldMk cId="2782767029" sldId="294"/>
        </pc:sldMkLst>
        <pc:picChg chg="add">
          <ac:chgData name="Utkarsh Agarwal" userId="7a1216fa42ee05d0" providerId="LiveId" clId="{5A8ABE04-300D-46CD-9942-40B59078845C}" dt="2026-03-02T07:11:47.458" v="100" actId="22"/>
          <ac:picMkLst>
            <pc:docMk/>
            <pc:sldMk cId="2782767029" sldId="294"/>
            <ac:picMk id="5" creationId="{F7A1317A-42E5-C350-7C74-0534DF539FCF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208EA2-8E19-9267-84FA-1000A38C34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31B82B-AC4B-D724-7EE1-275D0162BB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749719-486C-381C-FAC7-C369B8B20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1994F-3A96-4BFC-9935-A0F2A58A4CCE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5C9746-7D98-BA6C-A55A-322D4EC196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B74DE-1BED-48EA-29BF-9146AE5D8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386883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0DE5A-7815-9AFF-88CB-24EBA4CA9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59BDB5-872A-BAE0-A7EA-EA54C3FF61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1E1F05-09F1-EE50-29EF-10E7121CAC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1994F-3A96-4BFC-9935-A0F2A58A4CCE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31A1E4-06C3-A766-2301-2C2146E65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EE53F9-1E6F-09E2-61BD-80CDBBA24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977967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6F25B6-31AA-163D-6BE6-3764C6EAA8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3F510B-E471-67D8-CA16-84412BF241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026FFE-C94C-CA34-C50F-361E06C8F4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1994F-3A96-4BFC-9935-A0F2A58A4CCE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F7512A-AFA0-C916-BCE1-C5910A7593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AA66C4-D81A-6A69-9D2B-82A647BDD5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798760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93353-8077-1B9B-B62E-1B89CFBAA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866BB9-E24A-7C7F-4FA5-D221453917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C21B93-35CF-4120-8967-B031402890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2E121B-DC48-03E3-105E-6C3896CB1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1994F-3A96-4BFC-9935-A0F2A58A4CCE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3DA102-E7CF-3BF7-FB1F-7654D1095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85C025-A7D1-D681-195B-4F4C012199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315229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B815FD-056C-DA7B-405D-A0327A394E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2BD075-8EAA-D5BC-72D2-FD0FC4D2AF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0E3A2A-9A98-B64C-8034-77B8D4319E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A1B9926-013F-7EED-C708-32E0D7FAFE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04679B-98D6-712E-FC04-E9D335C624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7F14575-EB8E-0F17-A13E-F88C4FB653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1994F-3A96-4BFC-9935-A0F2A58A4CCE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F773A1-EB2B-08FC-76F3-FD1CFB400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947D43-F5C0-687D-6197-7609366A3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423128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5BF306-0B4A-1917-335D-9DB93A151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1C5096-5E46-BFE8-313F-2CA0C48541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1994F-3A96-4BFC-9935-A0F2A58A4CCE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3CAB45-6ACF-3B47-4707-ECA631CB0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0D4531-89C6-F8AC-D8B8-5708B5B61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85754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D7C55F8-1048-909F-CC21-D392980BB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1994F-3A96-4BFC-9935-A0F2A58A4CCE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9799FE1-212C-2ED7-B8A0-8A4CB30E0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8C5F9F-A66C-431C-DCCE-CB3F658A0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78018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02EA9-DE7C-9A34-3351-FD0B2C4D2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FA025D-C32F-FCF4-98F9-6BFCAAE1F5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2B1D6F-67D9-87AC-D2AE-45C508D015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5DDEAA-D941-8915-E385-8BB4FA327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1994F-3A96-4BFC-9935-A0F2A58A4CCE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8AF994-7BA7-16A1-D602-5ACD16C394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C0D477-1E80-8588-336B-32A051563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172676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3182C-9B4C-754B-A59F-2B649B9E9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C189ED-CC6B-921C-FF21-EF85E9C403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0B2579-5091-6B2B-F68A-633D07F83F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8B097B-D706-5B0D-4F92-DE6CEABDA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1994F-3A96-4BFC-9935-A0F2A58A4CCE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3B3624-D0EB-5FE7-B8EE-20DB9E0B7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44106B-D184-2324-A839-0B7BA76E2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520421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1DDCA-8C02-AFEC-572B-12DD33EF28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B6FDBB-D57D-D279-1674-3D6DBEC110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285E2D-EBAB-128C-1E0F-37AC8499F7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1994F-3A96-4BFC-9935-A0F2A58A4CCE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1C0B1C-C6DE-CABC-464C-E6231DC30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E4B74E-8845-A56E-71D0-94BE99834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537620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5CF899-CF4F-2263-BAED-8741A282352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B3891C-B482-E74F-3096-DF4055E00E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E93E3C-0153-8421-A589-05005B4AB6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1994F-3A96-4BFC-9935-A0F2A58A4CCE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8D777E-2B08-277C-7E96-F68EE9B52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06D148-7B25-4922-4290-0187D61C83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753459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26C5564-5004-25F4-4C4E-7B19B038A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823EA0-D14A-E090-6416-B7958B7ADE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07F315-9537-0D8D-C6E8-6B73F3EF76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E1994F-3A96-4BFC-9935-A0F2A58A4CCE}" type="datetimeFigureOut">
              <a:rPr lang="en-IN" smtClean="0"/>
              <a:t>02-03-2026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8AA8C6-775E-3F0B-3D17-49BCCB754B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84DF4C-D928-3A09-68FB-6E2665484E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65D41B-1488-4C89-8510-755394900D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118806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BEBF0-31C9-239E-C96B-1F564888F7A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8D2D2D-37AE-AFB9-C1D0-D89DFE789CF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B3D8EA-269E-7BB3-9F3F-33873394CE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11826"/>
            <a:ext cx="12192000" cy="6034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82001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89B50D-9FA3-79FD-1AE7-01205147BD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455C01-171D-A3A5-6A4B-ECF312F169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121D97-5832-EC06-75D9-423E401043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2538" y="0"/>
            <a:ext cx="924692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83865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D6170-D2F5-37C7-A118-34AAFBC8EE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576179-82BD-D59C-0264-26C68F9241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CE8D4CC-D1A0-3CE4-4857-D7ED923D02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2467" y="513943"/>
            <a:ext cx="8707065" cy="5830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62514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F340D-7215-D117-F246-3BF243B93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AFF19D-CD04-9A28-FE0F-103D373FC8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314D04-83BD-A97A-0907-1A543D237E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40221"/>
            <a:ext cx="12192000" cy="5377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6572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5D298-3A9A-AF5E-34BD-091BE7EDE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FD375E-EF4F-960C-44B7-C2A2A3F802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7FEB0A-920F-FC33-AF0D-B6109EB4AA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95494"/>
            <a:ext cx="12192000" cy="5267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63227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E8A95-F1D1-85D4-9FE0-D56CB332B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7F3C7B-7E54-8659-F26D-FE111FB129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96D623-6B0F-8369-B166-39B8787580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6942" y="542522"/>
            <a:ext cx="7278116" cy="5772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54182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DAF294-8CD4-5BBC-6E5D-22B8F7FC8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90D080-94BA-8A6C-3658-43B2320CAD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2D8236-15B0-2A13-E76D-3085532E31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63300"/>
            <a:ext cx="12192000" cy="4531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11138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8FB46-FF64-532B-29FC-CAAF6AFB74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47E2EC-54FF-9E80-E211-C8F6FEC5FF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F2B126-A5E2-990A-7443-740C83055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1073" y="275785"/>
            <a:ext cx="8449854" cy="6306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5918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6CCB3-05B9-7B06-2FD3-0507EAAF4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036FDD-4357-CF76-0B9A-CE036F55E1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12D3BA-D023-50ED-AD22-0C402796BC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5575" y="1027906"/>
            <a:ext cx="7530496" cy="4547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19860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79FCF-8C06-931C-99C8-9B1DC5614A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C6AC42-E5E2-2F12-76AB-B0AE794384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78C17E-49DD-704A-6B59-AC3F48CBD3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436" y="681037"/>
            <a:ext cx="7161127" cy="5019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63424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82E3BE-57A1-745C-08F2-2EA61AB53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FFA0FE-65FF-655E-11F1-E67086D34E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5353D29-8A63-ECA1-781D-31FE6ACF3F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5000" y="1027906"/>
            <a:ext cx="9421999" cy="4351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9354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676EBF-82CE-6639-93C0-6F1C1E07E9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007788-B4E4-8A37-2A86-B8ECAA1041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8AF5B2-EEB4-64BE-1AAF-4DF8F789AE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81" y="458283"/>
            <a:ext cx="11004638" cy="5054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0802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0EB04-9235-4106-0BCE-02F6363FA1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E377E9-A52F-724E-06B9-CB3F3286F5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202F149-EEF0-53A5-BF9A-F661BDE246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7515" y="365125"/>
            <a:ext cx="8876969" cy="5564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33733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F2DC2D-95A3-504B-400E-8E101AC392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F207AF-F627-E671-8CA3-18C09B00C7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38C6867-832F-7B34-635B-052BFB7A3F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741999"/>
            <a:ext cx="11353800" cy="4290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39454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C3922-AD16-2343-F718-58E93C856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6A1025-91DB-D356-AF3D-FBE631E340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6E1F6D4-2C2B-13B2-6CE6-C0E41FC484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009" y="1027906"/>
            <a:ext cx="11079981" cy="4006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34481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C6625-3906-281E-1EC3-AE5FED7D2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FF189-773E-87FC-3A36-CBF2A13EBF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4B4A27-4382-C4B6-D947-025708AB7D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37024"/>
            <a:ext cx="12192000" cy="5383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1404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A6A92-13D1-728D-9EEF-EA25F9941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9C94BC-1338-8197-31DA-951F052764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B0A50CB-9BF8-9996-9D42-CD8220A77A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18" y="1242129"/>
            <a:ext cx="12011764" cy="4205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89882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79256-53D9-9AF7-C02D-0E27508DE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9F5203-E910-C669-3D9E-43AB808A33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60726A-CD0C-B818-EB80-D34153235C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673" y="1336100"/>
            <a:ext cx="11930653" cy="453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1021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CB4586-2945-7B61-489C-BDE143F4E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C54573-98F1-B95B-F410-698970033A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ED6630-DADE-B57B-F0DB-7AD3430840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01570"/>
            <a:ext cx="12192000" cy="5054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86943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3DA0E3-ADE6-4EDF-1586-D73614208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C5B3C1-597C-2FEE-462C-5D4F31FB5E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9EC71D-0F60-EE00-29A2-52337EECFA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31" y="1495714"/>
            <a:ext cx="11978338" cy="4049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8372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F3867-842B-A5F0-FC29-7F8E7895D0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D784E6-0EE6-8875-860D-B4AAC4A80B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4634BF-7D5A-3568-2C69-C8E938EDA4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0742" y="1533093"/>
            <a:ext cx="12202742" cy="3791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16783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8C9EB3-140E-CF81-6E5A-8891762911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9077D1-88E9-A446-A949-CCB6D53B0A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3A2529C-AE7E-3718-945D-AEF24F9D41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114" y="1388502"/>
            <a:ext cx="11279772" cy="4080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90788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09D516-EC10-52EA-C59E-A67A4E09E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F6D5BE-BC61-093B-2A31-14FDAECF70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B28C9F4-A437-6C15-9752-1D217D91DA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9441"/>
            <a:ext cx="12192000" cy="6719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98313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51977C-6FB5-D04B-7D41-16AEC0D6D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F78A81-C1FB-EA85-EE81-9BCEAC40E3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85DEE11-1891-5846-64B9-D96D4DE9A5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263"/>
            <a:ext cx="12192000" cy="6661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23416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3ECB6-1ED1-11DA-F7C1-6E5CE85092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BA1E7B-F301-C531-0E7B-272E46C6E3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859AFF-E334-55BA-6765-CEF2C995AD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2" y="0"/>
            <a:ext cx="1218603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87002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1C203-F7EF-5AED-2ED0-27E61892E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815568-4C90-245F-B340-1A36F958FA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FF3784-3336-8589-35EC-296669B344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08501"/>
            <a:ext cx="12192000" cy="5040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52783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23F66-7A1C-A580-E46F-3CACB01C8D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AEE880-99E2-1D99-1D34-C67D9A5929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675D54-393E-4C90-8132-B4F837CEE3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76780"/>
            <a:ext cx="12192000" cy="5104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7690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E5708-7287-46EE-EEA9-2B75C5648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AD9144-4553-7299-DEC0-66D871410A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2616FF-09D7-F918-3C20-4772750140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68165"/>
            <a:ext cx="12192000" cy="4921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932070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F0E680-B8B2-62E4-359F-529BD278F0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2857FC-05DD-D7E1-8887-4B11A67580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D01EA3-6F42-DFA2-72ED-CD326FB574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9026"/>
            <a:ext cx="12192000" cy="6539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89429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BE8A5-8BEA-05CF-F7BB-FA8766E25E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4DE9F5-B6C6-C6A1-C4EC-149E8A5268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E11B40-1C46-FBC3-6F92-3798F0D4A5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327" y="0"/>
            <a:ext cx="1111134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60788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F6FC12-2B07-2989-EDA0-2468F160F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B4BBFD-E85F-D26F-04AF-C75C457D31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9003496-9164-ED29-7872-AF3BFFC303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2014" y="0"/>
            <a:ext cx="89479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216039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1FFA02-16EE-3516-67D7-5C7F0A8EF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58F87-C7EA-5D11-7CA7-8FFDEF07A1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DC1A4D-EDB3-9818-A4D4-58C378FDC0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09819"/>
            <a:ext cx="12192000" cy="523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482281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D491C-4D34-EBF1-DABE-F0E62096F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16DD88-2560-748C-78CC-32E67B1261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2CE1973-10C0-2473-E57D-950443EFDB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38048"/>
            <a:ext cx="12192000" cy="4981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034109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63AD9D-6F43-4DA0-F1C9-7AAA333AB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2989D2-88CF-82AC-42AF-6A62A00DE3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2D32CCC-40F1-A854-91C3-07E1B12C56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5186"/>
            <a:ext cx="12192000" cy="6627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76051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2383FB-01AE-9286-2E74-58069C5DA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72F72E-F06B-CB8C-922C-C669E19442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58EF12A-C262-314B-8455-EF303CCA15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372" y="0"/>
            <a:ext cx="1127525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662793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B304E4-12C9-2EFE-C1AA-457EA477E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3214F0-D73C-5235-7B39-813C603623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D6F502-8245-8F7B-4D42-E64C9A4F0D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4309" y="280548"/>
            <a:ext cx="9183382" cy="6296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355584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6FA74-3706-71A4-835A-0968578E23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E7E710-D038-54B3-50FB-422F94006E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2D3022B-2F07-3378-F01A-98CD34F5E0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42159"/>
            <a:ext cx="12192000" cy="4973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442626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83B36-74FF-5D99-2CC6-E6B23EB008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2A4D14-8DDB-5935-478A-A1422B7066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A43E05-43FB-44C9-B963-892A499B08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3190"/>
            <a:ext cx="12192000" cy="5031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439882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58971-33DA-206D-9A14-BE3EC1B656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E649DD-2094-BF1C-5E15-F73BD7C0F6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A1317A-42E5-C350-7C74-0534DF539F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08376"/>
            <a:ext cx="12192000" cy="6241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27670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</TotalTime>
  <Words>0</Words>
  <Application>Microsoft Office PowerPoint</Application>
  <PresentationFormat>Widescreen</PresentationFormat>
  <Paragraphs>0</Paragraphs>
  <Slides>39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Utkarsh Agarwal</dc:creator>
  <cp:lastModifiedBy>Utkarsh Agarwal</cp:lastModifiedBy>
  <cp:revision>1</cp:revision>
  <dcterms:created xsi:type="dcterms:W3CDTF">2026-01-21T16:41:18Z</dcterms:created>
  <dcterms:modified xsi:type="dcterms:W3CDTF">2026-03-02T07:11:56Z</dcterms:modified>
</cp:coreProperties>
</file>