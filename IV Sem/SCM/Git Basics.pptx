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0" d="100"/>
          <a:sy n="70" d="100"/>
        </p:scale>
        <p:origin x="1166" y="2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Utkarsh Agarwal" userId="7a1216fa42ee05d0" providerId="LiveId" clId="{5A8ABE04-300D-46CD-9942-40B59078845C}"/>
    <pc:docChg chg="addSld modSld">
      <pc:chgData name="Utkarsh Agarwal" userId="7a1216fa42ee05d0" providerId="LiveId" clId="{5A8ABE04-300D-46CD-9942-40B59078845C}" dt="2026-01-22T18:10:48.968" v="33" actId="1076"/>
      <pc:docMkLst>
        <pc:docMk/>
      </pc:docMkLst>
      <pc:sldChg chg="addSp new mod">
        <pc:chgData name="Utkarsh Agarwal" userId="7a1216fa42ee05d0" providerId="LiveId" clId="{5A8ABE04-300D-46CD-9942-40B59078845C}" dt="2026-01-22T17:53:47.230" v="1" actId="22"/>
        <pc:sldMkLst>
          <pc:docMk/>
          <pc:sldMk cId="243591831" sldId="263"/>
        </pc:sldMkLst>
        <pc:picChg chg="add">
          <ac:chgData name="Utkarsh Agarwal" userId="7a1216fa42ee05d0" providerId="LiveId" clId="{5A8ABE04-300D-46CD-9942-40B59078845C}" dt="2026-01-22T17:53:47.230" v="1" actId="22"/>
          <ac:picMkLst>
            <pc:docMk/>
            <pc:sldMk cId="243591831" sldId="263"/>
            <ac:picMk id="5" creationId="{B0F2B126-A5E2-990A-7443-740C83055A2A}"/>
          </ac:picMkLst>
        </pc:picChg>
      </pc:sldChg>
      <pc:sldChg chg="addSp modSp new mod">
        <pc:chgData name="Utkarsh Agarwal" userId="7a1216fa42ee05d0" providerId="LiveId" clId="{5A8ABE04-300D-46CD-9942-40B59078845C}" dt="2026-01-22T17:54:50.280" v="5" actId="1076"/>
        <pc:sldMkLst>
          <pc:docMk/>
          <pc:sldMk cId="1351986072" sldId="264"/>
        </pc:sldMkLst>
        <pc:picChg chg="add mod">
          <ac:chgData name="Utkarsh Agarwal" userId="7a1216fa42ee05d0" providerId="LiveId" clId="{5A8ABE04-300D-46CD-9942-40B59078845C}" dt="2026-01-22T17:54:50.280" v="5" actId="1076"/>
          <ac:picMkLst>
            <pc:docMk/>
            <pc:sldMk cId="1351986072" sldId="264"/>
            <ac:picMk id="5" creationId="{3A12D3BA-D023-50ED-AD22-0C402796BC1C}"/>
          </ac:picMkLst>
        </pc:picChg>
      </pc:sldChg>
      <pc:sldChg chg="addSp modSp new mod">
        <pc:chgData name="Utkarsh Agarwal" userId="7a1216fa42ee05d0" providerId="LiveId" clId="{5A8ABE04-300D-46CD-9942-40B59078845C}" dt="2026-01-22T18:02:53.470" v="9" actId="1076"/>
        <pc:sldMkLst>
          <pc:docMk/>
          <pc:sldMk cId="4196342498" sldId="265"/>
        </pc:sldMkLst>
        <pc:picChg chg="add mod">
          <ac:chgData name="Utkarsh Agarwal" userId="7a1216fa42ee05d0" providerId="LiveId" clId="{5A8ABE04-300D-46CD-9942-40B59078845C}" dt="2026-01-22T18:02:53.470" v="9" actId="1076"/>
          <ac:picMkLst>
            <pc:docMk/>
            <pc:sldMk cId="4196342498" sldId="265"/>
            <ac:picMk id="5" creationId="{1F78C17E-49DD-704A-6B59-AC3F48CBD3A4}"/>
          </ac:picMkLst>
        </pc:picChg>
      </pc:sldChg>
      <pc:sldChg chg="addSp modSp new mod">
        <pc:chgData name="Utkarsh Agarwal" userId="7a1216fa42ee05d0" providerId="LiveId" clId="{5A8ABE04-300D-46CD-9942-40B59078845C}" dt="2026-01-22T18:03:13.434" v="13" actId="1076"/>
        <pc:sldMkLst>
          <pc:docMk/>
          <pc:sldMk cId="3746935491" sldId="266"/>
        </pc:sldMkLst>
        <pc:picChg chg="add mod">
          <ac:chgData name="Utkarsh Agarwal" userId="7a1216fa42ee05d0" providerId="LiveId" clId="{5A8ABE04-300D-46CD-9942-40B59078845C}" dt="2026-01-22T18:03:13.434" v="13" actId="1076"/>
          <ac:picMkLst>
            <pc:docMk/>
            <pc:sldMk cId="3746935491" sldId="266"/>
            <ac:picMk id="5" creationId="{45353D29-8A63-ECA1-781D-31FE6ACF3FB0}"/>
          </ac:picMkLst>
        </pc:picChg>
      </pc:sldChg>
      <pc:sldChg chg="addSp modSp new mod">
        <pc:chgData name="Utkarsh Agarwal" userId="7a1216fa42ee05d0" providerId="LiveId" clId="{5A8ABE04-300D-46CD-9942-40B59078845C}" dt="2026-01-22T18:03:59.884" v="17" actId="1076"/>
        <pc:sldMkLst>
          <pc:docMk/>
          <pc:sldMk cId="2511080234" sldId="267"/>
        </pc:sldMkLst>
        <pc:picChg chg="add mod">
          <ac:chgData name="Utkarsh Agarwal" userId="7a1216fa42ee05d0" providerId="LiveId" clId="{5A8ABE04-300D-46CD-9942-40B59078845C}" dt="2026-01-22T18:03:59.884" v="17" actId="1076"/>
          <ac:picMkLst>
            <pc:docMk/>
            <pc:sldMk cId="2511080234" sldId="267"/>
            <ac:picMk id="5" creationId="{A98AF5B2-EEB4-64BE-1AAF-4DF8F789AE90}"/>
          </ac:picMkLst>
        </pc:picChg>
      </pc:sldChg>
      <pc:sldChg chg="addSp modSp new mod">
        <pc:chgData name="Utkarsh Agarwal" userId="7a1216fa42ee05d0" providerId="LiveId" clId="{5A8ABE04-300D-46CD-9942-40B59078845C}" dt="2026-01-22T18:07:42.589" v="21" actId="1076"/>
        <pc:sldMkLst>
          <pc:docMk/>
          <pc:sldMk cId="3063373348" sldId="268"/>
        </pc:sldMkLst>
        <pc:picChg chg="add mod">
          <ac:chgData name="Utkarsh Agarwal" userId="7a1216fa42ee05d0" providerId="LiveId" clId="{5A8ABE04-300D-46CD-9942-40B59078845C}" dt="2026-01-22T18:07:42.589" v="21" actId="1076"/>
          <ac:picMkLst>
            <pc:docMk/>
            <pc:sldMk cId="3063373348" sldId="268"/>
            <ac:picMk id="5" creationId="{B202F149-EEF0-53A5-BF9A-F661BDE246BD}"/>
          </ac:picMkLst>
        </pc:picChg>
      </pc:sldChg>
      <pc:sldChg chg="addSp modSp new mod">
        <pc:chgData name="Utkarsh Agarwal" userId="7a1216fa42ee05d0" providerId="LiveId" clId="{5A8ABE04-300D-46CD-9942-40B59078845C}" dt="2026-01-22T18:09:51.699" v="28" actId="1076"/>
        <pc:sldMkLst>
          <pc:docMk/>
          <pc:sldMk cId="3463945465" sldId="269"/>
        </pc:sldMkLst>
        <pc:picChg chg="add mod">
          <ac:chgData name="Utkarsh Agarwal" userId="7a1216fa42ee05d0" providerId="LiveId" clId="{5A8ABE04-300D-46CD-9942-40B59078845C}" dt="2026-01-22T18:09:51.699" v="28" actId="1076"/>
          <ac:picMkLst>
            <pc:docMk/>
            <pc:sldMk cId="3463945465" sldId="269"/>
            <ac:picMk id="5" creationId="{538C6867-832F-7B34-635B-052BFB7A3FC2}"/>
          </ac:picMkLst>
        </pc:picChg>
      </pc:sldChg>
      <pc:sldChg chg="addSp modSp new mod">
        <pc:chgData name="Utkarsh Agarwal" userId="7a1216fa42ee05d0" providerId="LiveId" clId="{5A8ABE04-300D-46CD-9942-40B59078845C}" dt="2026-01-22T18:10:48.968" v="33" actId="1076"/>
        <pc:sldMkLst>
          <pc:docMk/>
          <pc:sldMk cId="4023448103" sldId="270"/>
        </pc:sldMkLst>
        <pc:picChg chg="add mod">
          <ac:chgData name="Utkarsh Agarwal" userId="7a1216fa42ee05d0" providerId="LiveId" clId="{5A8ABE04-300D-46CD-9942-40B59078845C}" dt="2026-01-22T18:10:48.968" v="33" actId="1076"/>
          <ac:picMkLst>
            <pc:docMk/>
            <pc:sldMk cId="4023448103" sldId="270"/>
            <ac:picMk id="5" creationId="{66E1F6D4-2C2B-13B2-6CE6-C0E41FC484DC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208EA2-8E19-9267-84FA-1000A38C349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831B82B-AC4B-D724-7EE1-275D0162BB2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749719-486C-381C-FAC7-C369B8B207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E1994F-3A96-4BFC-9935-A0F2A58A4CCE}" type="datetimeFigureOut">
              <a:rPr lang="en-IN" smtClean="0"/>
              <a:t>22-01-2026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5C9746-7D98-BA6C-A55A-322D4EC196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7B74DE-1BED-48EA-29BF-9146AE5D84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65D41B-1488-4C89-8510-755394900D5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386883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70DE5A-7815-9AFF-88CB-24EBA4CA9F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59BDB5-872A-BAE0-A7EA-EA54C3FF61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1E1F05-09F1-EE50-29EF-10E7121CAC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E1994F-3A96-4BFC-9935-A0F2A58A4CCE}" type="datetimeFigureOut">
              <a:rPr lang="en-IN" smtClean="0"/>
              <a:t>22-01-2026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31A1E4-06C3-A766-2301-2C2146E654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EE53F9-1E6F-09E2-61BD-80CDBBA24E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65D41B-1488-4C89-8510-755394900D5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977967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6F25B6-31AA-163D-6BE6-3764C6EAA8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73F510B-E471-67D8-CA16-84412BF241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026FFE-C94C-CA34-C50F-361E06C8F4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E1994F-3A96-4BFC-9935-A0F2A58A4CCE}" type="datetimeFigureOut">
              <a:rPr lang="en-IN" smtClean="0"/>
              <a:t>22-01-2026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F7512A-AFA0-C916-BCE1-C5910A7593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AA66C4-D81A-6A69-9D2B-82A647BDD5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65D41B-1488-4C89-8510-755394900D5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798760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693353-8077-1B9B-B62E-1B89CFBAA8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866BB9-E24A-7C7F-4FA5-D2214539178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9C21B93-35CF-4120-8967-B0314028901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A2E121B-DC48-03E3-105E-6C3896CB19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E1994F-3A96-4BFC-9935-A0F2A58A4CCE}" type="datetimeFigureOut">
              <a:rPr lang="en-IN" smtClean="0"/>
              <a:t>22-01-2026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93DA102-E7CF-3BF7-FB1F-7654D1095C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985C025-A7D1-D681-195B-4F4C012199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65D41B-1488-4C89-8510-755394900D5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315229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B815FD-056C-DA7B-405D-A0327A394E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E2BD075-8EAA-D5BC-72D2-FD0FC4D2AF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80E3A2A-9A98-B64C-8034-77B8D4319E6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A1B9926-013F-7EED-C708-32E0D7FAFE4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704679B-98D6-712E-FC04-E9D335C6248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7F14575-EB8E-0F17-A13E-F88C4FB653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E1994F-3A96-4BFC-9935-A0F2A58A4CCE}" type="datetimeFigureOut">
              <a:rPr lang="en-IN" smtClean="0"/>
              <a:t>22-01-2026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3F773A1-EB2B-08FC-76F3-FD1CFB400A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E947D43-F5C0-687D-6197-7609366A3E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65D41B-1488-4C89-8510-755394900D5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423128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5BF306-0B4A-1917-335D-9DB93A1518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71C5096-5E46-BFE8-313F-2CA0C48541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E1994F-3A96-4BFC-9935-A0F2A58A4CCE}" type="datetimeFigureOut">
              <a:rPr lang="en-IN" smtClean="0"/>
              <a:t>22-01-2026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03CAB45-6ACF-3B47-4707-ECA631CB0D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10D4531-89C6-F8AC-D8B8-5708B5B615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65D41B-1488-4C89-8510-755394900D5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285754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D7C55F8-1048-909F-CC21-D392980BB0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E1994F-3A96-4BFC-9935-A0F2A58A4CCE}" type="datetimeFigureOut">
              <a:rPr lang="en-IN" smtClean="0"/>
              <a:t>22-01-2026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9799FE1-212C-2ED7-B8A0-8A4CB30E03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8C5F9F-A66C-431C-DCCE-CB3F658A0A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65D41B-1488-4C89-8510-755394900D5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780187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E02EA9-DE7C-9A34-3351-FD0B2C4D24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FA025D-C32F-FCF4-98F9-6BFCAAE1F5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12B1D6F-67D9-87AC-D2AE-45C508D015D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25DDEAA-D941-8915-E385-8BB4FA3276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E1994F-3A96-4BFC-9935-A0F2A58A4CCE}" type="datetimeFigureOut">
              <a:rPr lang="en-IN" smtClean="0"/>
              <a:t>22-01-2026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E8AF994-7BA7-16A1-D602-5ACD16C394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C0D477-1E80-8588-336B-32A0515637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65D41B-1488-4C89-8510-755394900D5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172676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33182C-9B4C-754B-A59F-2B649B9E9A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FC189ED-CC6B-921C-FF21-EF85E9C4034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10B2579-5091-6B2B-F68A-633D07F83FF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88B097B-D706-5B0D-4F92-DE6CEABDA2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E1994F-3A96-4BFC-9935-A0F2A58A4CCE}" type="datetimeFigureOut">
              <a:rPr lang="en-IN" smtClean="0"/>
              <a:t>22-01-2026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E3B3624-D0EB-5FE7-B8EE-20DB9E0B72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B44106B-D184-2324-A839-0B7BA76E2D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65D41B-1488-4C89-8510-755394900D5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520421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51DDCA-8C02-AFEC-572B-12DD33EF28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4B6FDBB-D57D-D279-1674-3D6DBEC1107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285E2D-EBAB-128C-1E0F-37AC8499F7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E1994F-3A96-4BFC-9935-A0F2A58A4CCE}" type="datetimeFigureOut">
              <a:rPr lang="en-IN" smtClean="0"/>
              <a:t>22-01-2026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1C0B1C-C6DE-CABC-464C-E6231DC309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E4B74E-8845-A56E-71D0-94BE998348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65D41B-1488-4C89-8510-755394900D5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537620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45CF899-CF4F-2263-BAED-8741A282352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BB3891C-B482-E74F-3096-DF4055E00E4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E93E3C-0153-8421-A589-05005B4AB6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E1994F-3A96-4BFC-9935-A0F2A58A4CCE}" type="datetimeFigureOut">
              <a:rPr lang="en-IN" smtClean="0"/>
              <a:t>22-01-2026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8D777E-2B08-277C-7E96-F68EE9B52D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06D148-7B25-4922-4290-0187D61C83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65D41B-1488-4C89-8510-755394900D5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753459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26C5564-5004-25F4-4C4E-7B19B038A5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D823EA0-D14A-E090-6416-B7958B7ADE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07F315-9537-0D8D-C6E8-6B73F3EF76C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0E1994F-3A96-4BFC-9935-A0F2A58A4CCE}" type="datetimeFigureOut">
              <a:rPr lang="en-IN" smtClean="0"/>
              <a:t>22-01-2026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88AA8C6-775E-3F0B-3D17-49BCCB754BE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84DF4C-D928-3A09-68FB-6E2665484EC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565D41B-1488-4C89-8510-755394900D5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118806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2BEBF0-31C9-239E-C96B-1F564888F7A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C8D2D2D-37AE-AFB9-C1D0-D89DFE789CF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BB3D8EA-269E-7BB3-9F3F-33873394CE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11826"/>
            <a:ext cx="12192000" cy="60343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82001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89B50D-9FA3-79FD-1AE7-01205147BD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455C01-171D-A3A5-6A4B-ECF312F169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9121D97-5832-EC06-75D9-423E401043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2538" y="0"/>
            <a:ext cx="924692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83865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2D6170-D2F5-37C7-A118-34AAFBC8EE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576179-82BD-D59C-0264-26C68F9241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CE8D4CC-D1A0-3CE4-4857-D7ED923D02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2467" y="513943"/>
            <a:ext cx="8707065" cy="58301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62514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9F340D-7215-D117-F246-3BF243B936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AFF19D-CD04-9A28-FE0F-103D373FC8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8314D04-83BD-A97A-0907-1A543D237E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40221"/>
            <a:ext cx="12192000" cy="53775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165724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55D298-3A9A-AF5E-34BD-091BE7EDE8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FD375E-EF4F-960C-44B7-C2A2A3F802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07FEB0A-920F-FC33-AF0D-B6109EB4AA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95494"/>
            <a:ext cx="12192000" cy="52670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63227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9E8A95-F1D1-85D4-9FE0-D56CB332B1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7F3C7B-7E54-8659-F26D-FE111FB129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F96D623-6B0F-8369-B166-39B8787580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6942" y="542522"/>
            <a:ext cx="7278116" cy="57729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541825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DAF294-8CD4-5BBC-6E5D-22B8F7FC82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90D080-94BA-8A6C-3658-43B2320CAD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02D8236-15B0-2A13-E76D-3085532E31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163300"/>
            <a:ext cx="12192000" cy="45313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111388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48FB46-FF64-532B-29FC-CAAF6AFB74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47E2EC-54FF-9E80-E211-C8F6FEC5FF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0F2B126-A5E2-990A-7443-740C83055A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1073" y="275785"/>
            <a:ext cx="8449854" cy="63064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59183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A6CCB3-05B9-7B06-2FD3-0507EAAF49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036FDD-4357-CF76-0B9A-CE036F55E1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A12D3BA-D023-50ED-AD22-0C402796BC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5575" y="1027906"/>
            <a:ext cx="7530496" cy="45470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198607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B79FCF-8C06-931C-99C8-9B1DC5614A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C6AC42-E5E2-2F12-76AB-B0AE794384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F78C17E-49DD-704A-6B59-AC3F48CBD3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5436" y="681037"/>
            <a:ext cx="7161127" cy="50192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634249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82E3BE-57A1-745C-08F2-2EA61AB53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FFA0FE-65FF-655E-11F1-E67086D34E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5353D29-8A63-ECA1-781D-31FE6ACF3F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5000" y="1027906"/>
            <a:ext cx="9421999" cy="4351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693549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676EBF-82CE-6639-93C0-6F1C1E07E9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007788-B4E4-8A37-2A86-B8ECAA1041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98AF5B2-EEB4-64BE-1AAF-4DF8F789AE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681" y="458283"/>
            <a:ext cx="11004638" cy="50548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108023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40EB04-9235-4106-0BCE-02F6363FA1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E377E9-A52F-724E-06B9-CB3F3286F5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202F149-EEF0-53A5-BF9A-F661BDE246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7515" y="365125"/>
            <a:ext cx="8876969" cy="55648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337334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F2DC2D-95A3-504B-400E-8E101AC392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F207AF-F627-E671-8CA3-18C09B00C7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38C6867-832F-7B34-635B-052BFB7A3F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100" y="741999"/>
            <a:ext cx="11353800" cy="42903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394546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1C3922-AD16-2343-F718-58E93C856C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6A1025-91DB-D356-AF3D-FBE631E340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6E1F6D4-2C2B-13B2-6CE6-C0E41FC484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009" y="1027906"/>
            <a:ext cx="11079981" cy="40068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34481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</TotalTime>
  <Words>0</Words>
  <Application>Microsoft Office PowerPoint</Application>
  <PresentationFormat>Widescreen</PresentationFormat>
  <Paragraphs>0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Utkarsh Agarwal</dc:creator>
  <cp:lastModifiedBy>Utkarsh Agarwal</cp:lastModifiedBy>
  <cp:revision>1</cp:revision>
  <dcterms:created xsi:type="dcterms:W3CDTF">2026-01-21T16:41:18Z</dcterms:created>
  <dcterms:modified xsi:type="dcterms:W3CDTF">2026-01-22T18:10:50Z</dcterms:modified>
</cp:coreProperties>
</file>