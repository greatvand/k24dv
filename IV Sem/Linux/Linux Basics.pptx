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3-04T13:22:25.811" v="88" actId="22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  <pc:sldChg chg="addSp new mod">
        <pc:chgData name="Utkarsh Agarwal" userId="7a1216fa42ee05d0" providerId="LiveId" clId="{5A8ABE04-300D-46CD-9942-40B59078845C}" dt="2026-03-04T13:16:17.179" v="86" actId="22"/>
        <pc:sldMkLst>
          <pc:docMk/>
          <pc:sldMk cId="2765114642" sldId="291"/>
        </pc:sldMkLst>
        <pc:picChg chg="add">
          <ac:chgData name="Utkarsh Agarwal" userId="7a1216fa42ee05d0" providerId="LiveId" clId="{5A8ABE04-300D-46CD-9942-40B59078845C}" dt="2026-03-04T13:16:17.179" v="86" actId="22"/>
          <ac:picMkLst>
            <pc:docMk/>
            <pc:sldMk cId="2765114642" sldId="291"/>
            <ac:picMk id="5" creationId="{3F3C984B-B5DC-12BC-CE1D-2C240CB5128E}"/>
          </ac:picMkLst>
        </pc:picChg>
      </pc:sldChg>
      <pc:sldChg chg="addSp new mod">
        <pc:chgData name="Utkarsh Agarwal" userId="7a1216fa42ee05d0" providerId="LiveId" clId="{5A8ABE04-300D-46CD-9942-40B59078845C}" dt="2026-03-04T13:22:25.811" v="88" actId="22"/>
        <pc:sldMkLst>
          <pc:docMk/>
          <pc:sldMk cId="1878607810" sldId="292"/>
        </pc:sldMkLst>
        <pc:picChg chg="add">
          <ac:chgData name="Utkarsh Agarwal" userId="7a1216fa42ee05d0" providerId="LiveId" clId="{5A8ABE04-300D-46CD-9942-40B59078845C}" dt="2026-03-04T13:22:25.811" v="88" actId="22"/>
          <ac:picMkLst>
            <pc:docMk/>
            <pc:sldMk cId="1878607810" sldId="292"/>
            <ac:picMk id="5" creationId="{BAFFF1B8-0A44-9C1C-A39B-1DFC4B9DD71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0</Words>
  <Application>Microsoft Office PowerPoint</Application>
  <PresentationFormat>Widescreen</PresentationFormat>
  <Paragraphs>0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2026-03-04T13:22:35Z</dcterms:modified>
</cp:coreProperties>
</file>