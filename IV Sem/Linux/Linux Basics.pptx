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28T04:25:19.420" v="183" actId="22"/>
      <pc:docMkLst>
        <pc:docMk/>
      </pc:docMkLst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  <pc:sldChg chg="addSp new mod">
        <pc:chgData name="Utkarsh Agarwal" userId="7a1216fa42ee05d0" providerId="LiveId" clId="{5A8ABE04-300D-46CD-9942-40B59078845C}" dt="2026-03-12T00:23:40.622" v="100" actId="22"/>
        <pc:sldMkLst>
          <pc:docMk/>
          <pc:sldMk cId="308880398" sldId="297"/>
        </pc:sldMkLst>
        <pc:picChg chg="add">
          <ac:chgData name="Utkarsh Agarwal" userId="7a1216fa42ee05d0" providerId="LiveId" clId="{5A8ABE04-300D-46CD-9942-40B59078845C}" dt="2026-03-12T00:23:40.622" v="100" actId="22"/>
          <ac:picMkLst>
            <pc:docMk/>
            <pc:sldMk cId="308880398" sldId="297"/>
            <ac:picMk id="5" creationId="{4DE326DE-231A-AB41-967A-2529EBC2CF78}"/>
          </ac:picMkLst>
        </pc:picChg>
      </pc:sldChg>
      <pc:sldChg chg="addSp new mod">
        <pc:chgData name="Utkarsh Agarwal" userId="7a1216fa42ee05d0" providerId="LiveId" clId="{5A8ABE04-300D-46CD-9942-40B59078845C}" dt="2026-03-12T00:40:31.494" v="102" actId="22"/>
        <pc:sldMkLst>
          <pc:docMk/>
          <pc:sldMk cId="1054381354" sldId="298"/>
        </pc:sldMkLst>
        <pc:picChg chg="add">
          <ac:chgData name="Utkarsh Agarwal" userId="7a1216fa42ee05d0" providerId="LiveId" clId="{5A8ABE04-300D-46CD-9942-40B59078845C}" dt="2026-03-12T00:40:31.494" v="102" actId="22"/>
          <ac:picMkLst>
            <pc:docMk/>
            <pc:sldMk cId="1054381354" sldId="298"/>
            <ac:picMk id="5" creationId="{BDEFF60A-5DB5-56DB-A64C-398B7461B763}"/>
          </ac:picMkLst>
        </pc:picChg>
      </pc:sldChg>
      <pc:sldChg chg="addSp modSp new mod">
        <pc:chgData name="Utkarsh Agarwal" userId="7a1216fa42ee05d0" providerId="LiveId" clId="{5A8ABE04-300D-46CD-9942-40B59078845C}" dt="2026-03-12T00:44:15.306" v="106" actId="1076"/>
        <pc:sldMkLst>
          <pc:docMk/>
          <pc:sldMk cId="778247562" sldId="299"/>
        </pc:sldMkLst>
        <pc:picChg chg="add mod">
          <ac:chgData name="Utkarsh Agarwal" userId="7a1216fa42ee05d0" providerId="LiveId" clId="{5A8ABE04-300D-46CD-9942-40B59078845C}" dt="2026-03-12T00:44:15.306" v="106" actId="1076"/>
          <ac:picMkLst>
            <pc:docMk/>
            <pc:sldMk cId="778247562" sldId="299"/>
            <ac:picMk id="5" creationId="{A173AF0D-FD7A-3D74-9816-E58D621E01FD}"/>
          </ac:picMkLst>
        </pc:picChg>
      </pc:sldChg>
      <pc:sldChg chg="addSp modSp new mod">
        <pc:chgData name="Utkarsh Agarwal" userId="7a1216fa42ee05d0" providerId="LiveId" clId="{5A8ABE04-300D-46CD-9942-40B59078845C}" dt="2026-03-12T01:31:51.479" v="110" actId="1076"/>
        <pc:sldMkLst>
          <pc:docMk/>
          <pc:sldMk cId="1447636188" sldId="300"/>
        </pc:sldMkLst>
        <pc:picChg chg="add mod">
          <ac:chgData name="Utkarsh Agarwal" userId="7a1216fa42ee05d0" providerId="LiveId" clId="{5A8ABE04-300D-46CD-9942-40B59078845C}" dt="2026-03-12T01:31:51.479" v="110" actId="1076"/>
          <ac:picMkLst>
            <pc:docMk/>
            <pc:sldMk cId="1447636188" sldId="300"/>
            <ac:picMk id="5" creationId="{17A94EC4-004B-4D64-6D79-D1D07E04D4E4}"/>
          </ac:picMkLst>
        </pc:picChg>
      </pc:sldChg>
      <pc:sldChg chg="addSp modSp new mod">
        <pc:chgData name="Utkarsh Agarwal" userId="7a1216fa42ee05d0" providerId="LiveId" clId="{5A8ABE04-300D-46CD-9942-40B59078845C}" dt="2026-03-12T01:32:23.386" v="114" actId="1076"/>
        <pc:sldMkLst>
          <pc:docMk/>
          <pc:sldMk cId="2664827627" sldId="301"/>
        </pc:sldMkLst>
        <pc:picChg chg="add mod">
          <ac:chgData name="Utkarsh Agarwal" userId="7a1216fa42ee05d0" providerId="LiveId" clId="{5A8ABE04-300D-46CD-9942-40B59078845C}" dt="2026-03-12T01:32:23.386" v="114" actId="1076"/>
          <ac:picMkLst>
            <pc:docMk/>
            <pc:sldMk cId="2664827627" sldId="301"/>
            <ac:picMk id="5" creationId="{FFBDE46A-3D76-DC80-4091-76A5874F348F}"/>
          </ac:picMkLst>
        </pc:picChg>
      </pc:sldChg>
      <pc:sldChg chg="addSp new mod">
        <pc:chgData name="Utkarsh Agarwal" userId="7a1216fa42ee05d0" providerId="LiveId" clId="{5A8ABE04-300D-46CD-9942-40B59078845C}" dt="2026-03-23T15:32:41.225" v="116" actId="22"/>
        <pc:sldMkLst>
          <pc:docMk/>
          <pc:sldMk cId="1559853093" sldId="302"/>
        </pc:sldMkLst>
        <pc:picChg chg="add">
          <ac:chgData name="Utkarsh Agarwal" userId="7a1216fa42ee05d0" providerId="LiveId" clId="{5A8ABE04-300D-46CD-9942-40B59078845C}" dt="2026-03-23T15:32:41.225" v="116" actId="22"/>
          <ac:picMkLst>
            <pc:docMk/>
            <pc:sldMk cId="1559853093" sldId="302"/>
            <ac:picMk id="5" creationId="{383903D8-777F-9497-7B7A-5E42581669EE}"/>
          </ac:picMkLst>
        </pc:picChg>
      </pc:sldChg>
      <pc:sldChg chg="addSp modSp new mod">
        <pc:chgData name="Utkarsh Agarwal" userId="7a1216fa42ee05d0" providerId="LiveId" clId="{5A8ABE04-300D-46CD-9942-40B59078845C}" dt="2026-03-23T15:37:47.440" v="120" actId="1076"/>
        <pc:sldMkLst>
          <pc:docMk/>
          <pc:sldMk cId="2102902353" sldId="303"/>
        </pc:sldMkLst>
        <pc:picChg chg="add mod">
          <ac:chgData name="Utkarsh Agarwal" userId="7a1216fa42ee05d0" providerId="LiveId" clId="{5A8ABE04-300D-46CD-9942-40B59078845C}" dt="2026-03-23T15:37:47.440" v="120" actId="1076"/>
          <ac:picMkLst>
            <pc:docMk/>
            <pc:sldMk cId="2102902353" sldId="303"/>
            <ac:picMk id="5" creationId="{39389677-3BBD-05EE-98DC-CA34EA6DDF1E}"/>
          </ac:picMkLst>
        </pc:picChg>
      </pc:sldChg>
      <pc:sldChg chg="addSp new mod">
        <pc:chgData name="Utkarsh Agarwal" userId="7a1216fa42ee05d0" providerId="LiveId" clId="{5A8ABE04-300D-46CD-9942-40B59078845C}" dt="2026-03-23T15:51:29.667" v="122" actId="22"/>
        <pc:sldMkLst>
          <pc:docMk/>
          <pc:sldMk cId="2748483200" sldId="304"/>
        </pc:sldMkLst>
        <pc:picChg chg="add">
          <ac:chgData name="Utkarsh Agarwal" userId="7a1216fa42ee05d0" providerId="LiveId" clId="{5A8ABE04-300D-46CD-9942-40B59078845C}" dt="2026-03-23T15:51:29.667" v="122" actId="22"/>
          <ac:picMkLst>
            <pc:docMk/>
            <pc:sldMk cId="2748483200" sldId="304"/>
            <ac:picMk id="5" creationId="{D95B734A-A334-ED7F-626F-096338BD95B9}"/>
          </ac:picMkLst>
        </pc:picChg>
      </pc:sldChg>
      <pc:sldChg chg="addSp modSp new mod">
        <pc:chgData name="Utkarsh Agarwal" userId="7a1216fa42ee05d0" providerId="LiveId" clId="{5A8ABE04-300D-46CD-9942-40B59078845C}" dt="2026-03-23T16:00:25.509" v="127" actId="1076"/>
        <pc:sldMkLst>
          <pc:docMk/>
          <pc:sldMk cId="3307139524" sldId="305"/>
        </pc:sldMkLst>
        <pc:picChg chg="add mod">
          <ac:chgData name="Utkarsh Agarwal" userId="7a1216fa42ee05d0" providerId="LiveId" clId="{5A8ABE04-300D-46CD-9942-40B59078845C}" dt="2026-03-23T16:00:25.509" v="127" actId="1076"/>
          <ac:picMkLst>
            <pc:docMk/>
            <pc:sldMk cId="3307139524" sldId="305"/>
            <ac:picMk id="5" creationId="{359BEC32-A017-E0F7-0FE7-670809EE2780}"/>
          </ac:picMkLst>
        </pc:picChg>
      </pc:sldChg>
      <pc:sldChg chg="addSp modSp new mod">
        <pc:chgData name="Utkarsh Agarwal" userId="7a1216fa42ee05d0" providerId="LiveId" clId="{5A8ABE04-300D-46CD-9942-40B59078845C}" dt="2026-03-23T16:14:00.203" v="131" actId="1076"/>
        <pc:sldMkLst>
          <pc:docMk/>
          <pc:sldMk cId="140463135" sldId="306"/>
        </pc:sldMkLst>
        <pc:picChg chg="add mod">
          <ac:chgData name="Utkarsh Agarwal" userId="7a1216fa42ee05d0" providerId="LiveId" clId="{5A8ABE04-300D-46CD-9942-40B59078845C}" dt="2026-03-23T16:14:00.203" v="131" actId="1076"/>
          <ac:picMkLst>
            <pc:docMk/>
            <pc:sldMk cId="140463135" sldId="306"/>
            <ac:picMk id="5" creationId="{D2357DCB-2CB1-CEDD-BF90-4899ED021CF8}"/>
          </ac:picMkLst>
        </pc:picChg>
      </pc:sldChg>
      <pc:sldChg chg="addSp modSp new mod">
        <pc:chgData name="Utkarsh Agarwal" userId="7a1216fa42ee05d0" providerId="LiveId" clId="{5A8ABE04-300D-46CD-9942-40B59078845C}" dt="2026-03-23T16:16:14.564" v="135" actId="1076"/>
        <pc:sldMkLst>
          <pc:docMk/>
          <pc:sldMk cId="3909326039" sldId="307"/>
        </pc:sldMkLst>
        <pc:picChg chg="add mod">
          <ac:chgData name="Utkarsh Agarwal" userId="7a1216fa42ee05d0" providerId="LiveId" clId="{5A8ABE04-300D-46CD-9942-40B59078845C}" dt="2026-03-23T16:16:14.564" v="135" actId="1076"/>
          <ac:picMkLst>
            <pc:docMk/>
            <pc:sldMk cId="3909326039" sldId="307"/>
            <ac:picMk id="5" creationId="{8C5EFE14-905D-7120-9457-FCF694252A86}"/>
          </ac:picMkLst>
        </pc:picChg>
      </pc:sldChg>
      <pc:sldChg chg="addSp modSp new mod">
        <pc:chgData name="Utkarsh Agarwal" userId="7a1216fa42ee05d0" providerId="LiveId" clId="{5A8ABE04-300D-46CD-9942-40B59078845C}" dt="2026-03-24T04:47:08.718" v="154" actId="1076"/>
        <pc:sldMkLst>
          <pc:docMk/>
          <pc:sldMk cId="3892662714" sldId="308"/>
        </pc:sldMkLst>
        <pc:picChg chg="add mod">
          <ac:chgData name="Utkarsh Agarwal" userId="7a1216fa42ee05d0" providerId="LiveId" clId="{5A8ABE04-300D-46CD-9942-40B59078845C}" dt="2026-03-24T04:47:08.718" v="154" actId="1076"/>
          <ac:picMkLst>
            <pc:docMk/>
            <pc:sldMk cId="3892662714" sldId="308"/>
            <ac:picMk id="5" creationId="{B2F4AEF2-7BC2-280B-A68D-103520E364FF}"/>
          </ac:picMkLst>
        </pc:picChg>
      </pc:sldChg>
      <pc:sldChg chg="addSp modSp new mod">
        <pc:chgData name="Utkarsh Agarwal" userId="7a1216fa42ee05d0" providerId="LiveId" clId="{5A8ABE04-300D-46CD-9942-40B59078845C}" dt="2026-03-23T16:42:36.420" v="145" actId="1076"/>
        <pc:sldMkLst>
          <pc:docMk/>
          <pc:sldMk cId="3248590530" sldId="309"/>
        </pc:sldMkLst>
        <pc:picChg chg="add mod">
          <ac:chgData name="Utkarsh Agarwal" userId="7a1216fa42ee05d0" providerId="LiveId" clId="{5A8ABE04-300D-46CD-9942-40B59078845C}" dt="2026-03-23T16:42:36.420" v="145" actId="1076"/>
          <ac:picMkLst>
            <pc:docMk/>
            <pc:sldMk cId="3248590530" sldId="309"/>
            <ac:picMk id="5" creationId="{466E34EB-3A83-43AD-7F40-52B1E3219E07}"/>
          </ac:picMkLst>
        </pc:picChg>
      </pc:sldChg>
      <pc:sldChg chg="addSp modSp new mod">
        <pc:chgData name="Utkarsh Agarwal" userId="7a1216fa42ee05d0" providerId="LiveId" clId="{5A8ABE04-300D-46CD-9942-40B59078845C}" dt="2026-03-23T16:43:42.399" v="149" actId="1076"/>
        <pc:sldMkLst>
          <pc:docMk/>
          <pc:sldMk cId="2576839093" sldId="310"/>
        </pc:sldMkLst>
        <pc:picChg chg="add mod">
          <ac:chgData name="Utkarsh Agarwal" userId="7a1216fa42ee05d0" providerId="LiveId" clId="{5A8ABE04-300D-46CD-9942-40B59078845C}" dt="2026-03-23T16:43:42.399" v="149" actId="1076"/>
          <ac:picMkLst>
            <pc:docMk/>
            <pc:sldMk cId="2576839093" sldId="310"/>
            <ac:picMk id="5" creationId="{E4AA3749-876D-D7FC-1105-782119E9CCBD}"/>
          </ac:picMkLst>
        </pc:picChg>
      </pc:sldChg>
      <pc:sldChg chg="addSp modSp new mod">
        <pc:chgData name="Utkarsh Agarwal" userId="7a1216fa42ee05d0" providerId="LiveId" clId="{5A8ABE04-300D-46CD-9942-40B59078845C}" dt="2026-03-23T16:59:48.602" v="153" actId="1076"/>
        <pc:sldMkLst>
          <pc:docMk/>
          <pc:sldMk cId="1159393210" sldId="311"/>
        </pc:sldMkLst>
        <pc:picChg chg="add mod">
          <ac:chgData name="Utkarsh Agarwal" userId="7a1216fa42ee05d0" providerId="LiveId" clId="{5A8ABE04-300D-46CD-9942-40B59078845C}" dt="2026-03-23T16:59:48.602" v="153" actId="1076"/>
          <ac:picMkLst>
            <pc:docMk/>
            <pc:sldMk cId="1159393210" sldId="311"/>
            <ac:picMk id="5" creationId="{520EB98A-577A-2F51-D555-6CF20DDFAD80}"/>
          </ac:picMkLst>
        </pc:picChg>
      </pc:sldChg>
      <pc:sldChg chg="addSp new mod">
        <pc:chgData name="Utkarsh Agarwal" userId="7a1216fa42ee05d0" providerId="LiveId" clId="{5A8ABE04-300D-46CD-9942-40B59078845C}" dt="2026-03-24T18:16:07.617" v="156" actId="22"/>
        <pc:sldMkLst>
          <pc:docMk/>
          <pc:sldMk cId="320319344" sldId="312"/>
        </pc:sldMkLst>
        <pc:picChg chg="add">
          <ac:chgData name="Utkarsh Agarwal" userId="7a1216fa42ee05d0" providerId="LiveId" clId="{5A8ABE04-300D-46CD-9942-40B59078845C}" dt="2026-03-24T18:16:07.617" v="156" actId="22"/>
          <ac:picMkLst>
            <pc:docMk/>
            <pc:sldMk cId="320319344" sldId="312"/>
            <ac:picMk id="5" creationId="{2002BEA4-960F-FB43-A1B1-9B4F54D7690A}"/>
          </ac:picMkLst>
        </pc:picChg>
      </pc:sldChg>
      <pc:sldChg chg="addSp modSp new mod">
        <pc:chgData name="Utkarsh Agarwal" userId="7a1216fa42ee05d0" providerId="LiveId" clId="{5A8ABE04-300D-46CD-9942-40B59078845C}" dt="2026-03-24T18:17:26.793" v="161" actId="1076"/>
        <pc:sldMkLst>
          <pc:docMk/>
          <pc:sldMk cId="872650878" sldId="313"/>
        </pc:sldMkLst>
        <pc:picChg chg="add mod">
          <ac:chgData name="Utkarsh Agarwal" userId="7a1216fa42ee05d0" providerId="LiveId" clId="{5A8ABE04-300D-46CD-9942-40B59078845C}" dt="2026-03-24T18:17:26.793" v="161" actId="1076"/>
          <ac:picMkLst>
            <pc:docMk/>
            <pc:sldMk cId="872650878" sldId="313"/>
            <ac:picMk id="5" creationId="{DFD876F9-D232-E62B-74D2-4AE62CEDC5BF}"/>
          </ac:picMkLst>
        </pc:picChg>
      </pc:sldChg>
      <pc:sldChg chg="addSp modSp new mod">
        <pc:chgData name="Utkarsh Agarwal" userId="7a1216fa42ee05d0" providerId="LiveId" clId="{5A8ABE04-300D-46CD-9942-40B59078845C}" dt="2026-03-24T18:24:08.366" v="165" actId="1076"/>
        <pc:sldMkLst>
          <pc:docMk/>
          <pc:sldMk cId="3103472268" sldId="314"/>
        </pc:sldMkLst>
        <pc:picChg chg="add mod">
          <ac:chgData name="Utkarsh Agarwal" userId="7a1216fa42ee05d0" providerId="LiveId" clId="{5A8ABE04-300D-46CD-9942-40B59078845C}" dt="2026-03-24T18:24:08.366" v="165" actId="1076"/>
          <ac:picMkLst>
            <pc:docMk/>
            <pc:sldMk cId="3103472268" sldId="314"/>
            <ac:picMk id="5" creationId="{AF3BDA5A-E731-F06F-BD07-74408AB9FD13}"/>
          </ac:picMkLst>
        </pc:picChg>
      </pc:sldChg>
      <pc:sldChg chg="addSp new mod">
        <pc:chgData name="Utkarsh Agarwal" userId="7a1216fa42ee05d0" providerId="LiveId" clId="{5A8ABE04-300D-46CD-9942-40B59078845C}" dt="2026-03-24T18:26:35.637" v="167" actId="22"/>
        <pc:sldMkLst>
          <pc:docMk/>
          <pc:sldMk cId="952845695" sldId="315"/>
        </pc:sldMkLst>
        <pc:picChg chg="add">
          <ac:chgData name="Utkarsh Agarwal" userId="7a1216fa42ee05d0" providerId="LiveId" clId="{5A8ABE04-300D-46CD-9942-40B59078845C}" dt="2026-03-24T18:26:35.637" v="167" actId="22"/>
          <ac:picMkLst>
            <pc:docMk/>
            <pc:sldMk cId="952845695" sldId="315"/>
            <ac:picMk id="5" creationId="{2A0CF510-72A7-3929-3449-B175D66988DD}"/>
          </ac:picMkLst>
        </pc:picChg>
      </pc:sldChg>
      <pc:sldChg chg="addSp delSp modSp new mod">
        <pc:chgData name="Utkarsh Agarwal" userId="7a1216fa42ee05d0" providerId="LiveId" clId="{5A8ABE04-300D-46CD-9942-40B59078845C}" dt="2026-03-24T18:34:00.869" v="175" actId="22"/>
        <pc:sldMkLst>
          <pc:docMk/>
          <pc:sldMk cId="298736345" sldId="316"/>
        </pc:sldMkLst>
        <pc:picChg chg="add">
          <ac:chgData name="Utkarsh Agarwal" userId="7a1216fa42ee05d0" providerId="LiveId" clId="{5A8ABE04-300D-46CD-9942-40B59078845C}" dt="2026-03-24T18:34:00.869" v="175" actId="22"/>
          <ac:picMkLst>
            <pc:docMk/>
            <pc:sldMk cId="298736345" sldId="316"/>
            <ac:picMk id="7" creationId="{A5110555-2D54-8F4E-21B8-25DFA5844C59}"/>
          </ac:picMkLst>
        </pc:picChg>
      </pc:sldChg>
      <pc:sldChg chg="addSp new mod">
        <pc:chgData name="Utkarsh Agarwal" userId="7a1216fa42ee05d0" providerId="LiveId" clId="{5A8ABE04-300D-46CD-9942-40B59078845C}" dt="2026-03-26T15:32:13.796" v="177" actId="22"/>
        <pc:sldMkLst>
          <pc:docMk/>
          <pc:sldMk cId="3880517300" sldId="317"/>
        </pc:sldMkLst>
        <pc:picChg chg="add">
          <ac:chgData name="Utkarsh Agarwal" userId="7a1216fa42ee05d0" providerId="LiveId" clId="{5A8ABE04-300D-46CD-9942-40B59078845C}" dt="2026-03-26T15:32:13.796" v="177" actId="22"/>
          <ac:picMkLst>
            <pc:docMk/>
            <pc:sldMk cId="3880517300" sldId="317"/>
            <ac:picMk id="5" creationId="{DE6CA0CE-683F-A872-ECD2-7C8482B935A1}"/>
          </ac:picMkLst>
        </pc:picChg>
      </pc:sldChg>
      <pc:sldChg chg="addSp new mod">
        <pc:chgData name="Utkarsh Agarwal" userId="7a1216fa42ee05d0" providerId="LiveId" clId="{5A8ABE04-300D-46CD-9942-40B59078845C}" dt="2026-03-26T15:34:34.021" v="179" actId="22"/>
        <pc:sldMkLst>
          <pc:docMk/>
          <pc:sldMk cId="2099350142" sldId="318"/>
        </pc:sldMkLst>
        <pc:picChg chg="add">
          <ac:chgData name="Utkarsh Agarwal" userId="7a1216fa42ee05d0" providerId="LiveId" clId="{5A8ABE04-300D-46CD-9942-40B59078845C}" dt="2026-03-26T15:34:34.021" v="179" actId="22"/>
          <ac:picMkLst>
            <pc:docMk/>
            <pc:sldMk cId="2099350142" sldId="318"/>
            <ac:picMk id="5" creationId="{08C4E01A-66D6-D2E6-EA85-F2D1000CD764}"/>
          </ac:picMkLst>
        </pc:picChg>
      </pc:sldChg>
      <pc:sldChg chg="addSp new mod">
        <pc:chgData name="Utkarsh Agarwal" userId="7a1216fa42ee05d0" providerId="LiveId" clId="{5A8ABE04-300D-46CD-9942-40B59078845C}" dt="2026-03-28T04:16:59.125" v="181" actId="22"/>
        <pc:sldMkLst>
          <pc:docMk/>
          <pc:sldMk cId="2510788113" sldId="319"/>
        </pc:sldMkLst>
        <pc:picChg chg="add">
          <ac:chgData name="Utkarsh Agarwal" userId="7a1216fa42ee05d0" providerId="LiveId" clId="{5A8ABE04-300D-46CD-9942-40B59078845C}" dt="2026-03-28T04:16:59.125" v="181" actId="22"/>
          <ac:picMkLst>
            <pc:docMk/>
            <pc:sldMk cId="2510788113" sldId="319"/>
            <ac:picMk id="5" creationId="{3009158F-7B21-0E7A-149B-225395C806F9}"/>
          </ac:picMkLst>
        </pc:picChg>
      </pc:sldChg>
      <pc:sldChg chg="addSp new mod">
        <pc:chgData name="Utkarsh Agarwal" userId="7a1216fa42ee05d0" providerId="LiveId" clId="{5A8ABE04-300D-46CD-9942-40B59078845C}" dt="2026-03-28T04:25:19.420" v="183" actId="22"/>
        <pc:sldMkLst>
          <pc:docMk/>
          <pc:sldMk cId="1929493314" sldId="320"/>
        </pc:sldMkLst>
        <pc:picChg chg="add">
          <ac:chgData name="Utkarsh Agarwal" userId="7a1216fa42ee05d0" providerId="LiveId" clId="{5A8ABE04-300D-46CD-9942-40B59078845C}" dt="2026-03-28T04:25:19.420" v="183" actId="22"/>
          <ac:picMkLst>
            <pc:docMk/>
            <pc:sldMk cId="1929493314" sldId="320"/>
            <ac:picMk id="5" creationId="{FD103B4F-C4ED-8F02-C7D1-E6A9A8919237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26-03-2026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79A2-5B0D-1E8E-4AB6-D832B931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68ADF-32DD-5637-C38F-8A7DCA65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326DE-231A-AB41-967A-2529EBC2C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11" y="0"/>
            <a:ext cx="111545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803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5A1A-C757-427E-ABF2-EB9E8204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98C03-8C0E-C3B4-0070-101A5D95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EFF60A-5DB5-56DB-A64C-398B7461B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3" y="814022"/>
            <a:ext cx="962159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813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272BA-1535-B7B3-F0AF-851682AD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05826-6CE9-71A8-EB11-1411FC6F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73AF0D-FD7A-3D74-9816-E58D621E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15" y="546074"/>
            <a:ext cx="8098770" cy="531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475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1BD5C-1404-C821-26C1-6DA5BB4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B23-0B3A-CB9A-256D-F3DD8AAF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94EC4-004B-4D64-6D79-D1D07E04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46" y="496473"/>
            <a:ext cx="10796708" cy="477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36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56A9-B205-9C9F-E143-8C5BCC95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63D2B-7172-A183-950F-A8C28534A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DE46A-3D76-DC80-4091-76A5874F3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56" y="365125"/>
            <a:ext cx="9956087" cy="489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76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CCDB9-61F6-427D-9AA2-2A5AC47A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0B27-8781-B167-3C84-FF8AFC614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3903D8-777F-9497-7B7A-5E4258166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03" y="0"/>
            <a:ext cx="85631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53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BE80-FDBC-E94D-16F6-26BB9FAC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15E78-0918-1859-671F-D1AB48296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389677-3BBD-05EE-98DC-CA34EA6DD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10" y="365125"/>
            <a:ext cx="8820979" cy="560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02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60227-C1D5-B830-5EC0-3963B67E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9DE25-C1B1-3ACE-5988-6F5FC92E8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5B734A-A334-ED7F-626F-096338BD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24" y="423443"/>
            <a:ext cx="10040751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83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90291-ABB9-CC20-24B5-3D03C4D72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B8AA8-6720-93D0-84AA-8B6A6BECD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BEC32-A017-E0F7-0FE7-670809EE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057" y="324984"/>
            <a:ext cx="8010909" cy="602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139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9E9C2-8F57-77E5-0A58-E52A560B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971E7-7B89-3422-8206-3D638D8A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57DCB-2CB1-CEDD-BF90-4899ED021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896" y="365125"/>
            <a:ext cx="8361281" cy="529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3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3120-0EA8-BEFA-2006-034868386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C01A0-B29A-037B-8C00-498B157F0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EFE14-905D-7120-9457-FCF694252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538" y="140522"/>
            <a:ext cx="8670923" cy="584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26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1433B-AF01-50B0-E114-70396525B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38C02-A1AB-C674-28BE-2ABFA8960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F4AEF2-7BC2-280B-A68D-103520E3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590" y="545744"/>
            <a:ext cx="8434820" cy="594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662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86785-9847-3C93-54CE-03733EFD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E1B8-E52B-E350-721B-919512EF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E34EB-3A83-43AD-7F40-52B1E3219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37" y="500744"/>
            <a:ext cx="8819173" cy="530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5905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6DD0B-7327-A61E-0E4C-13ABC988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7C15-2BD4-11FE-1BF0-F05869B30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A3749-876D-D7FC-1105-782119E9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508" y="365125"/>
            <a:ext cx="8144984" cy="560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390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232F-1E34-ACC7-0D01-CA681F740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2116E-29DE-4CA9-EE95-9935C8361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0EB98A-577A-2F51-D555-6CF20DDFA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147" y="681037"/>
            <a:ext cx="8797611" cy="53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932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F2A1-BD46-A4D5-E593-7718A5AF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3CA8C-0EC4-2816-8B16-0A9C043D0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02BEA4-960F-FB43-A1B1-9B4F54D7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53" y="0"/>
            <a:ext cx="9551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193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D7F9E-EF59-A321-2240-C850AB32C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CCBE0-393A-CD74-3073-AAED4D4B3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876F9-D232-E62B-74D2-4AE62CEDC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24" y="512733"/>
            <a:ext cx="11445552" cy="566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6508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A295-74C0-46EA-FE3C-A60040F54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82437-27C2-35E1-A861-72AD4C2FA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BDA5A-E731-F06F-BD07-74408AB9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39" y="331754"/>
            <a:ext cx="10441061" cy="584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722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9D4E-E788-B36B-D0E9-2EFE22F44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0F8E2-10DD-CEB3-35C7-35FE98576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0CF510-72A7-3929-3449-B175D6698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961" y="0"/>
            <a:ext cx="97580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8456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171B-D742-CE63-A5FA-5BCA85C73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F8047-7F4B-6E3A-17B0-404BB0F1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110555-2D54-8F4E-21B8-25DFA5844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667" y="0"/>
            <a:ext cx="92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63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2C62-D13A-2AE7-89FD-2DBE83416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61C85-3643-1353-F357-59BE6D4B4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CA0CE-683F-A872-ECD2-7C8482B93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85" y="0"/>
            <a:ext cx="9925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5173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F0427-F511-B7A5-CF88-7BA9AAA9D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AC166-7B68-8581-29E1-87951C0AE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C4E01A-66D6-D2E6-EA85-F2D1000CD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915" y="0"/>
            <a:ext cx="9136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5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EED9E-CF37-0E41-3DF0-9FE1E77E7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352AF-3CE0-85E1-3B12-D3AA04555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09158F-7B21-0E7A-149B-225395C80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33" y="0"/>
            <a:ext cx="117359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7881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49C4F-7DEC-399E-1FAE-489BC11D6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DAFE-5D6F-93DE-F700-E8A9A1D83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103B4F-C4ED-8F02-C7D1-E6A9A8919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78" y="0"/>
            <a:ext cx="8830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493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13791</TotalTime>
  <Words>0</Words>
  <Application>Microsoft Office PowerPoint</Application>
  <PresentationFormat>Widescreen</PresentationFormat>
  <Paragraphs>0</Paragraphs>
  <Slides>65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2026-03-28T04:25:29Z</dcterms:modified>
</cp:coreProperties>
</file>