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1166" y="30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tkarsh Agarwal" userId="7a1216fa42ee05d0" providerId="LiveId" clId="{5A8ABE04-300D-46CD-9942-40B59078845C}"/>
    <pc:docChg chg="undo custSel addSld modSld">
      <pc:chgData name="Utkarsh Agarwal" userId="7a1216fa42ee05d0" providerId="LiveId" clId="{5A8ABE04-300D-46CD-9942-40B59078845C}" dt="2026-03-24T18:34:00.869" v="175" actId="22"/>
      <pc:docMkLst>
        <pc:docMk/>
      </pc:docMkLst>
      <pc:sldChg chg="addSp new mod">
        <pc:chgData name="Utkarsh Agarwal" userId="7a1216fa42ee05d0" providerId="LiveId" clId="{5A8ABE04-300D-46CD-9942-40B59078845C}" dt="2026-02-24T09:22:01.805" v="12" actId="22"/>
        <pc:sldMkLst>
          <pc:docMk/>
          <pc:sldMk cId="932212389" sldId="264"/>
        </pc:sldMkLst>
        <pc:picChg chg="add">
          <ac:chgData name="Utkarsh Agarwal" userId="7a1216fa42ee05d0" providerId="LiveId" clId="{5A8ABE04-300D-46CD-9942-40B59078845C}" dt="2026-02-24T09:22:01.805" v="12" actId="22"/>
          <ac:picMkLst>
            <pc:docMk/>
            <pc:sldMk cId="932212389" sldId="264"/>
            <ac:picMk id="5" creationId="{B7145DBE-D461-EB2F-5277-5924B64F8567}"/>
          </ac:picMkLst>
        </pc:picChg>
      </pc:sldChg>
      <pc:sldChg chg="addSp modSp new mod">
        <pc:chgData name="Utkarsh Agarwal" userId="7a1216fa42ee05d0" providerId="LiveId" clId="{5A8ABE04-300D-46CD-9942-40B59078845C}" dt="2026-02-24T09:23:50.112" v="16" actId="1076"/>
        <pc:sldMkLst>
          <pc:docMk/>
          <pc:sldMk cId="763672723" sldId="265"/>
        </pc:sldMkLst>
        <pc:picChg chg="add mod">
          <ac:chgData name="Utkarsh Agarwal" userId="7a1216fa42ee05d0" providerId="LiveId" clId="{5A8ABE04-300D-46CD-9942-40B59078845C}" dt="2026-02-24T09:23:50.112" v="16" actId="1076"/>
          <ac:picMkLst>
            <pc:docMk/>
            <pc:sldMk cId="763672723" sldId="265"/>
            <ac:picMk id="5" creationId="{32C60BA8-764C-D9DD-2130-8DD6A7CE6853}"/>
          </ac:picMkLst>
        </pc:picChg>
      </pc:sldChg>
      <pc:sldChg chg="addSp modSp new mod">
        <pc:chgData name="Utkarsh Agarwal" userId="7a1216fa42ee05d0" providerId="LiveId" clId="{5A8ABE04-300D-46CD-9942-40B59078845C}" dt="2026-02-24T09:25:03.194" v="22" actId="1076"/>
        <pc:sldMkLst>
          <pc:docMk/>
          <pc:sldMk cId="1021939832" sldId="266"/>
        </pc:sldMkLst>
        <pc:picChg chg="add mod">
          <ac:chgData name="Utkarsh Agarwal" userId="7a1216fa42ee05d0" providerId="LiveId" clId="{5A8ABE04-300D-46CD-9942-40B59078845C}" dt="2026-02-24T09:25:03.194" v="22" actId="1076"/>
          <ac:picMkLst>
            <pc:docMk/>
            <pc:sldMk cId="1021939832" sldId="266"/>
            <ac:picMk id="5" creationId="{FC5F52A3-F5EE-72F2-488D-9A14857F6D5A}"/>
          </ac:picMkLst>
        </pc:picChg>
      </pc:sldChg>
      <pc:sldChg chg="addSp new mod">
        <pc:chgData name="Utkarsh Agarwal" userId="7a1216fa42ee05d0" providerId="LiveId" clId="{5A8ABE04-300D-46CD-9942-40B59078845C}" dt="2026-02-24T09:26:53.959" v="24" actId="22"/>
        <pc:sldMkLst>
          <pc:docMk/>
          <pc:sldMk cId="3120667855" sldId="267"/>
        </pc:sldMkLst>
        <pc:picChg chg="add">
          <ac:chgData name="Utkarsh Agarwal" userId="7a1216fa42ee05d0" providerId="LiveId" clId="{5A8ABE04-300D-46CD-9942-40B59078845C}" dt="2026-02-24T09:26:53.959" v="24" actId="22"/>
          <ac:picMkLst>
            <pc:docMk/>
            <pc:sldMk cId="3120667855" sldId="267"/>
            <ac:picMk id="5" creationId="{2F99BFE6-0C6E-F73C-0FB9-5C5BD42E9C14}"/>
          </ac:picMkLst>
        </pc:picChg>
      </pc:sldChg>
      <pc:sldChg chg="addSp new mod">
        <pc:chgData name="Utkarsh Agarwal" userId="7a1216fa42ee05d0" providerId="LiveId" clId="{5A8ABE04-300D-46CD-9942-40B59078845C}" dt="2026-02-24T09:29:11.921" v="26" actId="22"/>
        <pc:sldMkLst>
          <pc:docMk/>
          <pc:sldMk cId="1249795094" sldId="268"/>
        </pc:sldMkLst>
        <pc:picChg chg="add">
          <ac:chgData name="Utkarsh Agarwal" userId="7a1216fa42ee05d0" providerId="LiveId" clId="{5A8ABE04-300D-46CD-9942-40B59078845C}" dt="2026-02-24T09:29:11.921" v="26" actId="22"/>
          <ac:picMkLst>
            <pc:docMk/>
            <pc:sldMk cId="1249795094" sldId="268"/>
            <ac:picMk id="5" creationId="{88506B6F-1BE7-9929-CE59-3A70050207C3}"/>
          </ac:picMkLst>
        </pc:picChg>
      </pc:sldChg>
      <pc:sldChg chg="addSp delSp new mod">
        <pc:chgData name="Utkarsh Agarwal" userId="7a1216fa42ee05d0" providerId="LiveId" clId="{5A8ABE04-300D-46CD-9942-40B59078845C}" dt="2026-02-24T09:35:11.444" v="30" actId="22"/>
        <pc:sldMkLst>
          <pc:docMk/>
          <pc:sldMk cId="2958903663" sldId="269"/>
        </pc:sldMkLst>
        <pc:picChg chg="add">
          <ac:chgData name="Utkarsh Agarwal" userId="7a1216fa42ee05d0" providerId="LiveId" clId="{5A8ABE04-300D-46CD-9942-40B59078845C}" dt="2026-02-24T09:35:11.444" v="30" actId="22"/>
          <ac:picMkLst>
            <pc:docMk/>
            <pc:sldMk cId="2958903663" sldId="269"/>
            <ac:picMk id="7" creationId="{9B674D3F-9081-F31C-9DB7-11E9D569BBAC}"/>
          </ac:picMkLst>
        </pc:picChg>
      </pc:sldChg>
      <pc:sldChg chg="addSp new mod">
        <pc:chgData name="Utkarsh Agarwal" userId="7a1216fa42ee05d0" providerId="LiveId" clId="{5A8ABE04-300D-46CD-9942-40B59078845C}" dt="2026-02-24T10:21:45.817" v="32" actId="22"/>
        <pc:sldMkLst>
          <pc:docMk/>
          <pc:sldMk cId="3087252189" sldId="270"/>
        </pc:sldMkLst>
        <pc:picChg chg="add">
          <ac:chgData name="Utkarsh Agarwal" userId="7a1216fa42ee05d0" providerId="LiveId" clId="{5A8ABE04-300D-46CD-9942-40B59078845C}" dt="2026-02-24T10:21:45.817" v="32" actId="22"/>
          <ac:picMkLst>
            <pc:docMk/>
            <pc:sldMk cId="3087252189" sldId="270"/>
            <ac:picMk id="5" creationId="{D4B78B7D-E88F-886C-7BDD-519577907FD5}"/>
          </ac:picMkLst>
        </pc:picChg>
      </pc:sldChg>
      <pc:sldChg chg="addSp delSp new mod">
        <pc:chgData name="Utkarsh Agarwal" userId="7a1216fa42ee05d0" providerId="LiveId" clId="{5A8ABE04-300D-46CD-9942-40B59078845C}" dt="2026-02-24T10:25:13.526" v="36" actId="22"/>
        <pc:sldMkLst>
          <pc:docMk/>
          <pc:sldMk cId="4052867476" sldId="271"/>
        </pc:sldMkLst>
        <pc:picChg chg="add">
          <ac:chgData name="Utkarsh Agarwal" userId="7a1216fa42ee05d0" providerId="LiveId" clId="{5A8ABE04-300D-46CD-9942-40B59078845C}" dt="2026-02-24T10:25:13.526" v="36" actId="22"/>
          <ac:picMkLst>
            <pc:docMk/>
            <pc:sldMk cId="4052867476" sldId="271"/>
            <ac:picMk id="7" creationId="{40C3D7CE-1E0A-6F15-2DAF-2332FE6E5D3A}"/>
          </ac:picMkLst>
        </pc:picChg>
      </pc:sldChg>
      <pc:sldChg chg="addSp new mod">
        <pc:chgData name="Utkarsh Agarwal" userId="7a1216fa42ee05d0" providerId="LiveId" clId="{5A8ABE04-300D-46CD-9942-40B59078845C}" dt="2026-02-25T04:11:06.044" v="38" actId="22"/>
        <pc:sldMkLst>
          <pc:docMk/>
          <pc:sldMk cId="4058371617" sldId="272"/>
        </pc:sldMkLst>
        <pc:picChg chg="add">
          <ac:chgData name="Utkarsh Agarwal" userId="7a1216fa42ee05d0" providerId="LiveId" clId="{5A8ABE04-300D-46CD-9942-40B59078845C}" dt="2026-02-25T04:11:06.044" v="38" actId="22"/>
          <ac:picMkLst>
            <pc:docMk/>
            <pc:sldMk cId="4058371617" sldId="272"/>
            <ac:picMk id="5" creationId="{673ACFE8-17CD-2C34-9C43-74B321504FA5}"/>
          </ac:picMkLst>
        </pc:picChg>
      </pc:sldChg>
      <pc:sldChg chg="addSp delSp new mod">
        <pc:chgData name="Utkarsh Agarwal" userId="7a1216fa42ee05d0" providerId="LiveId" clId="{5A8ABE04-300D-46CD-9942-40B59078845C}" dt="2026-02-25T04:23:31.783" v="42" actId="22"/>
        <pc:sldMkLst>
          <pc:docMk/>
          <pc:sldMk cId="2847424223" sldId="273"/>
        </pc:sldMkLst>
        <pc:picChg chg="add">
          <ac:chgData name="Utkarsh Agarwal" userId="7a1216fa42ee05d0" providerId="LiveId" clId="{5A8ABE04-300D-46CD-9942-40B59078845C}" dt="2026-02-25T04:23:31.783" v="42" actId="22"/>
          <ac:picMkLst>
            <pc:docMk/>
            <pc:sldMk cId="2847424223" sldId="273"/>
            <ac:picMk id="7" creationId="{0E63C183-9C90-56C9-0ADE-CEEEB5403889}"/>
          </ac:picMkLst>
        </pc:picChg>
      </pc:sldChg>
      <pc:sldChg chg="addSp new mod">
        <pc:chgData name="Utkarsh Agarwal" userId="7a1216fa42ee05d0" providerId="LiveId" clId="{5A8ABE04-300D-46CD-9942-40B59078845C}" dt="2026-02-25T04:35:17.641" v="44" actId="22"/>
        <pc:sldMkLst>
          <pc:docMk/>
          <pc:sldMk cId="4131111818" sldId="274"/>
        </pc:sldMkLst>
        <pc:picChg chg="add">
          <ac:chgData name="Utkarsh Agarwal" userId="7a1216fa42ee05d0" providerId="LiveId" clId="{5A8ABE04-300D-46CD-9942-40B59078845C}" dt="2026-02-25T04:35:17.641" v="44" actId="22"/>
          <ac:picMkLst>
            <pc:docMk/>
            <pc:sldMk cId="4131111818" sldId="274"/>
            <ac:picMk id="5" creationId="{D284421A-B797-2DEC-5FB7-4B5C7B6AE28D}"/>
          </ac:picMkLst>
        </pc:picChg>
      </pc:sldChg>
      <pc:sldChg chg="addSp new mod">
        <pc:chgData name="Utkarsh Agarwal" userId="7a1216fa42ee05d0" providerId="LiveId" clId="{5A8ABE04-300D-46CD-9942-40B59078845C}" dt="2026-02-25T04:42:42.310" v="46" actId="22"/>
        <pc:sldMkLst>
          <pc:docMk/>
          <pc:sldMk cId="802882285" sldId="275"/>
        </pc:sldMkLst>
        <pc:picChg chg="add">
          <ac:chgData name="Utkarsh Agarwal" userId="7a1216fa42ee05d0" providerId="LiveId" clId="{5A8ABE04-300D-46CD-9942-40B59078845C}" dt="2026-02-25T04:42:42.310" v="46" actId="22"/>
          <ac:picMkLst>
            <pc:docMk/>
            <pc:sldMk cId="802882285" sldId="275"/>
            <ac:picMk id="5" creationId="{5EC8EF0E-7042-97DC-6F81-8906D2860121}"/>
          </ac:picMkLst>
        </pc:picChg>
      </pc:sldChg>
      <pc:sldChg chg="addSp new mod">
        <pc:chgData name="Utkarsh Agarwal" userId="7a1216fa42ee05d0" providerId="LiveId" clId="{5A8ABE04-300D-46CD-9942-40B59078845C}" dt="2026-02-25T19:16:09.244" v="48" actId="22"/>
        <pc:sldMkLst>
          <pc:docMk/>
          <pc:sldMk cId="1606162329" sldId="276"/>
        </pc:sldMkLst>
        <pc:picChg chg="add">
          <ac:chgData name="Utkarsh Agarwal" userId="7a1216fa42ee05d0" providerId="LiveId" clId="{5A8ABE04-300D-46CD-9942-40B59078845C}" dt="2026-02-25T19:16:09.244" v="48" actId="22"/>
          <ac:picMkLst>
            <pc:docMk/>
            <pc:sldMk cId="1606162329" sldId="276"/>
            <ac:picMk id="5" creationId="{92FD361B-35CC-57AA-D045-FFB37DE2DAA6}"/>
          </ac:picMkLst>
        </pc:picChg>
      </pc:sldChg>
      <pc:sldChg chg="addSp new mod">
        <pc:chgData name="Utkarsh Agarwal" userId="7a1216fa42ee05d0" providerId="LiveId" clId="{5A8ABE04-300D-46CD-9942-40B59078845C}" dt="2026-02-25T19:32:14.265" v="50" actId="22"/>
        <pc:sldMkLst>
          <pc:docMk/>
          <pc:sldMk cId="87140329" sldId="277"/>
        </pc:sldMkLst>
        <pc:picChg chg="add">
          <ac:chgData name="Utkarsh Agarwal" userId="7a1216fa42ee05d0" providerId="LiveId" clId="{5A8ABE04-300D-46CD-9942-40B59078845C}" dt="2026-02-25T19:32:14.265" v="50" actId="22"/>
          <ac:picMkLst>
            <pc:docMk/>
            <pc:sldMk cId="87140329" sldId="277"/>
            <ac:picMk id="5" creationId="{1F00F370-7775-CC7D-205D-09AC24718BD1}"/>
          </ac:picMkLst>
        </pc:picChg>
      </pc:sldChg>
      <pc:sldChg chg="addSp new mod">
        <pc:chgData name="Utkarsh Agarwal" userId="7a1216fa42ee05d0" providerId="LiveId" clId="{5A8ABE04-300D-46CD-9942-40B59078845C}" dt="2026-02-25T19:35:32.325" v="52" actId="22"/>
        <pc:sldMkLst>
          <pc:docMk/>
          <pc:sldMk cId="4107806752" sldId="278"/>
        </pc:sldMkLst>
        <pc:picChg chg="add">
          <ac:chgData name="Utkarsh Agarwal" userId="7a1216fa42ee05d0" providerId="LiveId" clId="{5A8ABE04-300D-46CD-9942-40B59078845C}" dt="2026-02-25T19:35:32.325" v="52" actId="22"/>
          <ac:picMkLst>
            <pc:docMk/>
            <pc:sldMk cId="4107806752" sldId="278"/>
            <ac:picMk id="5" creationId="{16E924CC-641C-1A8F-18ED-FEB374FFCEA1}"/>
          </ac:picMkLst>
        </pc:picChg>
      </pc:sldChg>
      <pc:sldChg chg="addSp delSp modSp new mod">
        <pc:chgData name="Utkarsh Agarwal" userId="7a1216fa42ee05d0" providerId="LiveId" clId="{5A8ABE04-300D-46CD-9942-40B59078845C}" dt="2026-02-25T19:46:13.675" v="62" actId="22"/>
        <pc:sldMkLst>
          <pc:docMk/>
          <pc:sldMk cId="2307925107" sldId="279"/>
        </pc:sldMkLst>
        <pc:picChg chg="add">
          <ac:chgData name="Utkarsh Agarwal" userId="7a1216fa42ee05d0" providerId="LiveId" clId="{5A8ABE04-300D-46CD-9942-40B59078845C}" dt="2026-02-25T19:46:13.675" v="62" actId="22"/>
          <ac:picMkLst>
            <pc:docMk/>
            <pc:sldMk cId="2307925107" sldId="279"/>
            <ac:picMk id="10" creationId="{60DAEFAD-BD0A-8C12-978E-1084FD0354F0}"/>
          </ac:picMkLst>
        </pc:picChg>
      </pc:sldChg>
      <pc:sldChg chg="addSp new mod">
        <pc:chgData name="Utkarsh Agarwal" userId="7a1216fa42ee05d0" providerId="LiveId" clId="{5A8ABE04-300D-46CD-9942-40B59078845C}" dt="2026-02-25T20:02:31.583" v="64" actId="22"/>
        <pc:sldMkLst>
          <pc:docMk/>
          <pc:sldMk cId="1029022862" sldId="280"/>
        </pc:sldMkLst>
        <pc:picChg chg="add">
          <ac:chgData name="Utkarsh Agarwal" userId="7a1216fa42ee05d0" providerId="LiveId" clId="{5A8ABE04-300D-46CD-9942-40B59078845C}" dt="2026-02-25T20:02:31.583" v="64" actId="22"/>
          <ac:picMkLst>
            <pc:docMk/>
            <pc:sldMk cId="1029022862" sldId="280"/>
            <ac:picMk id="5" creationId="{C86E6159-4E73-D540-139E-BF13304BFD9C}"/>
          </ac:picMkLst>
        </pc:picChg>
      </pc:sldChg>
      <pc:sldChg chg="addSp new mod">
        <pc:chgData name="Utkarsh Agarwal" userId="7a1216fa42ee05d0" providerId="LiveId" clId="{5A8ABE04-300D-46CD-9942-40B59078845C}" dt="2026-02-25T20:13:00.397" v="66" actId="22"/>
        <pc:sldMkLst>
          <pc:docMk/>
          <pc:sldMk cId="2833160086" sldId="281"/>
        </pc:sldMkLst>
        <pc:picChg chg="add">
          <ac:chgData name="Utkarsh Agarwal" userId="7a1216fa42ee05d0" providerId="LiveId" clId="{5A8ABE04-300D-46CD-9942-40B59078845C}" dt="2026-02-25T20:13:00.397" v="66" actId="22"/>
          <ac:picMkLst>
            <pc:docMk/>
            <pc:sldMk cId="2833160086" sldId="281"/>
            <ac:picMk id="5" creationId="{A909B7F6-F843-897A-8A86-26EC2B438C5C}"/>
          </ac:picMkLst>
        </pc:picChg>
      </pc:sldChg>
      <pc:sldChg chg="addSp new mod">
        <pc:chgData name="Utkarsh Agarwal" userId="7a1216fa42ee05d0" providerId="LiveId" clId="{5A8ABE04-300D-46CD-9942-40B59078845C}" dt="2026-02-25T20:19:16.844" v="68" actId="22"/>
        <pc:sldMkLst>
          <pc:docMk/>
          <pc:sldMk cId="2350703802" sldId="282"/>
        </pc:sldMkLst>
        <pc:picChg chg="add">
          <ac:chgData name="Utkarsh Agarwal" userId="7a1216fa42ee05d0" providerId="LiveId" clId="{5A8ABE04-300D-46CD-9942-40B59078845C}" dt="2026-02-25T20:19:16.844" v="68" actId="22"/>
          <ac:picMkLst>
            <pc:docMk/>
            <pc:sldMk cId="2350703802" sldId="282"/>
            <ac:picMk id="5" creationId="{99095190-5DC8-0F73-6865-B0E2474CC041}"/>
          </ac:picMkLst>
        </pc:picChg>
      </pc:sldChg>
      <pc:sldChg chg="addSp new mod">
        <pc:chgData name="Utkarsh Agarwal" userId="7a1216fa42ee05d0" providerId="LiveId" clId="{5A8ABE04-300D-46CD-9942-40B59078845C}" dt="2026-02-25T20:22:05.745" v="70" actId="22"/>
        <pc:sldMkLst>
          <pc:docMk/>
          <pc:sldMk cId="1896067167" sldId="283"/>
        </pc:sldMkLst>
        <pc:picChg chg="add">
          <ac:chgData name="Utkarsh Agarwal" userId="7a1216fa42ee05d0" providerId="LiveId" clId="{5A8ABE04-300D-46CD-9942-40B59078845C}" dt="2026-02-25T20:22:05.745" v="70" actId="22"/>
          <ac:picMkLst>
            <pc:docMk/>
            <pc:sldMk cId="1896067167" sldId="283"/>
            <ac:picMk id="5" creationId="{34029668-513E-DB31-2A1C-390FD89DF96E}"/>
          </ac:picMkLst>
        </pc:picChg>
      </pc:sldChg>
      <pc:sldChg chg="addSp new mod">
        <pc:chgData name="Utkarsh Agarwal" userId="7a1216fa42ee05d0" providerId="LiveId" clId="{5A8ABE04-300D-46CD-9942-40B59078845C}" dt="2026-02-27T00:49:12.488" v="72" actId="22"/>
        <pc:sldMkLst>
          <pc:docMk/>
          <pc:sldMk cId="1938526419" sldId="284"/>
        </pc:sldMkLst>
        <pc:picChg chg="add">
          <ac:chgData name="Utkarsh Agarwal" userId="7a1216fa42ee05d0" providerId="LiveId" clId="{5A8ABE04-300D-46CD-9942-40B59078845C}" dt="2026-02-27T00:49:12.488" v="72" actId="22"/>
          <ac:picMkLst>
            <pc:docMk/>
            <pc:sldMk cId="1938526419" sldId="284"/>
            <ac:picMk id="5" creationId="{F729B81E-365F-334D-7213-DED27CF6A2CE}"/>
          </ac:picMkLst>
        </pc:picChg>
      </pc:sldChg>
      <pc:sldChg chg="addSp new mod">
        <pc:chgData name="Utkarsh Agarwal" userId="7a1216fa42ee05d0" providerId="LiveId" clId="{5A8ABE04-300D-46CD-9942-40B59078845C}" dt="2026-02-27T00:50:48.300" v="74" actId="22"/>
        <pc:sldMkLst>
          <pc:docMk/>
          <pc:sldMk cId="421726673" sldId="285"/>
        </pc:sldMkLst>
        <pc:picChg chg="add">
          <ac:chgData name="Utkarsh Agarwal" userId="7a1216fa42ee05d0" providerId="LiveId" clId="{5A8ABE04-300D-46CD-9942-40B59078845C}" dt="2026-02-27T00:50:48.300" v="74" actId="22"/>
          <ac:picMkLst>
            <pc:docMk/>
            <pc:sldMk cId="421726673" sldId="285"/>
            <ac:picMk id="5" creationId="{B2E22780-F4DF-2E29-156E-6A4A5FA351AB}"/>
          </ac:picMkLst>
        </pc:picChg>
      </pc:sldChg>
      <pc:sldChg chg="addSp new mod">
        <pc:chgData name="Utkarsh Agarwal" userId="7a1216fa42ee05d0" providerId="LiveId" clId="{5A8ABE04-300D-46CD-9942-40B59078845C}" dt="2026-02-27T00:52:12.407" v="76" actId="22"/>
        <pc:sldMkLst>
          <pc:docMk/>
          <pc:sldMk cId="621368496" sldId="286"/>
        </pc:sldMkLst>
        <pc:picChg chg="add">
          <ac:chgData name="Utkarsh Agarwal" userId="7a1216fa42ee05d0" providerId="LiveId" clId="{5A8ABE04-300D-46CD-9942-40B59078845C}" dt="2026-02-27T00:52:12.407" v="76" actId="22"/>
          <ac:picMkLst>
            <pc:docMk/>
            <pc:sldMk cId="621368496" sldId="286"/>
            <ac:picMk id="5" creationId="{E993B978-FB53-4C79-B789-B3D41599BA62}"/>
          </ac:picMkLst>
        </pc:picChg>
      </pc:sldChg>
      <pc:sldChg chg="addSp new mod">
        <pc:chgData name="Utkarsh Agarwal" userId="7a1216fa42ee05d0" providerId="LiveId" clId="{5A8ABE04-300D-46CD-9942-40B59078845C}" dt="2026-02-27T01:13:59.192" v="78" actId="22"/>
        <pc:sldMkLst>
          <pc:docMk/>
          <pc:sldMk cId="2360867832" sldId="287"/>
        </pc:sldMkLst>
        <pc:picChg chg="add">
          <ac:chgData name="Utkarsh Agarwal" userId="7a1216fa42ee05d0" providerId="LiveId" clId="{5A8ABE04-300D-46CD-9942-40B59078845C}" dt="2026-02-27T01:13:59.192" v="78" actId="22"/>
          <ac:picMkLst>
            <pc:docMk/>
            <pc:sldMk cId="2360867832" sldId="287"/>
            <ac:picMk id="5" creationId="{448CC76D-D9C0-F494-BD89-16E283E438C6}"/>
          </ac:picMkLst>
        </pc:picChg>
      </pc:sldChg>
      <pc:sldChg chg="addSp new mod">
        <pc:chgData name="Utkarsh Agarwal" userId="7a1216fa42ee05d0" providerId="LiveId" clId="{5A8ABE04-300D-46CD-9942-40B59078845C}" dt="2026-02-27T01:18:56.100" v="80" actId="22"/>
        <pc:sldMkLst>
          <pc:docMk/>
          <pc:sldMk cId="2938857138" sldId="288"/>
        </pc:sldMkLst>
        <pc:picChg chg="add">
          <ac:chgData name="Utkarsh Agarwal" userId="7a1216fa42ee05d0" providerId="LiveId" clId="{5A8ABE04-300D-46CD-9942-40B59078845C}" dt="2026-02-27T01:18:56.100" v="80" actId="22"/>
          <ac:picMkLst>
            <pc:docMk/>
            <pc:sldMk cId="2938857138" sldId="288"/>
            <ac:picMk id="5" creationId="{A03C8194-8AF8-C32B-B7A5-B27DB2EEBEB9}"/>
          </ac:picMkLst>
        </pc:picChg>
      </pc:sldChg>
      <pc:sldChg chg="addSp new mod">
        <pc:chgData name="Utkarsh Agarwal" userId="7a1216fa42ee05d0" providerId="LiveId" clId="{5A8ABE04-300D-46CD-9942-40B59078845C}" dt="2026-02-27T01:24:27.117" v="82" actId="22"/>
        <pc:sldMkLst>
          <pc:docMk/>
          <pc:sldMk cId="3463441089" sldId="289"/>
        </pc:sldMkLst>
        <pc:picChg chg="add">
          <ac:chgData name="Utkarsh Agarwal" userId="7a1216fa42ee05d0" providerId="LiveId" clId="{5A8ABE04-300D-46CD-9942-40B59078845C}" dt="2026-02-27T01:24:27.117" v="82" actId="22"/>
          <ac:picMkLst>
            <pc:docMk/>
            <pc:sldMk cId="3463441089" sldId="289"/>
            <ac:picMk id="5" creationId="{41755359-3A42-2751-8B6C-6A6FDC6B76C1}"/>
          </ac:picMkLst>
        </pc:picChg>
      </pc:sldChg>
      <pc:sldChg chg="addSp new mod">
        <pc:chgData name="Utkarsh Agarwal" userId="7a1216fa42ee05d0" providerId="LiveId" clId="{5A8ABE04-300D-46CD-9942-40B59078845C}" dt="2026-02-27T03:14:58.483" v="84" actId="22"/>
        <pc:sldMkLst>
          <pc:docMk/>
          <pc:sldMk cId="3855865765" sldId="290"/>
        </pc:sldMkLst>
        <pc:picChg chg="add">
          <ac:chgData name="Utkarsh Agarwal" userId="7a1216fa42ee05d0" providerId="LiveId" clId="{5A8ABE04-300D-46CD-9942-40B59078845C}" dt="2026-02-27T03:14:58.483" v="84" actId="22"/>
          <ac:picMkLst>
            <pc:docMk/>
            <pc:sldMk cId="3855865765" sldId="290"/>
            <ac:picMk id="5" creationId="{9492C129-3810-64C8-4B0F-469DC5D9E91D}"/>
          </ac:picMkLst>
        </pc:picChg>
      </pc:sldChg>
      <pc:sldChg chg="addSp new mod">
        <pc:chgData name="Utkarsh Agarwal" userId="7a1216fa42ee05d0" providerId="LiveId" clId="{5A8ABE04-300D-46CD-9942-40B59078845C}" dt="2026-03-04T13:16:17.179" v="86" actId="22"/>
        <pc:sldMkLst>
          <pc:docMk/>
          <pc:sldMk cId="2765114642" sldId="291"/>
        </pc:sldMkLst>
        <pc:picChg chg="add">
          <ac:chgData name="Utkarsh Agarwal" userId="7a1216fa42ee05d0" providerId="LiveId" clId="{5A8ABE04-300D-46CD-9942-40B59078845C}" dt="2026-03-04T13:16:17.179" v="86" actId="22"/>
          <ac:picMkLst>
            <pc:docMk/>
            <pc:sldMk cId="2765114642" sldId="291"/>
            <ac:picMk id="5" creationId="{3F3C984B-B5DC-12BC-CE1D-2C240CB5128E}"/>
          </ac:picMkLst>
        </pc:picChg>
      </pc:sldChg>
      <pc:sldChg chg="addSp new mod">
        <pc:chgData name="Utkarsh Agarwal" userId="7a1216fa42ee05d0" providerId="LiveId" clId="{5A8ABE04-300D-46CD-9942-40B59078845C}" dt="2026-03-04T13:22:25.811" v="88" actId="22"/>
        <pc:sldMkLst>
          <pc:docMk/>
          <pc:sldMk cId="1878607810" sldId="292"/>
        </pc:sldMkLst>
        <pc:picChg chg="add">
          <ac:chgData name="Utkarsh Agarwal" userId="7a1216fa42ee05d0" providerId="LiveId" clId="{5A8ABE04-300D-46CD-9942-40B59078845C}" dt="2026-03-04T13:22:25.811" v="88" actId="22"/>
          <ac:picMkLst>
            <pc:docMk/>
            <pc:sldMk cId="1878607810" sldId="292"/>
            <ac:picMk id="5" creationId="{BAFFF1B8-0A44-9C1C-A39B-1DFC4B9DD71B}"/>
          </ac:picMkLst>
        </pc:picChg>
      </pc:sldChg>
      <pc:sldChg chg="addSp new mod">
        <pc:chgData name="Utkarsh Agarwal" userId="7a1216fa42ee05d0" providerId="LiveId" clId="{5A8ABE04-300D-46CD-9942-40B59078845C}" dt="2026-03-10T09:21:14.723" v="90" actId="22"/>
        <pc:sldMkLst>
          <pc:docMk/>
          <pc:sldMk cId="2510428054" sldId="293"/>
        </pc:sldMkLst>
        <pc:picChg chg="add">
          <ac:chgData name="Utkarsh Agarwal" userId="7a1216fa42ee05d0" providerId="LiveId" clId="{5A8ABE04-300D-46CD-9942-40B59078845C}" dt="2026-03-10T09:21:14.723" v="90" actId="22"/>
          <ac:picMkLst>
            <pc:docMk/>
            <pc:sldMk cId="2510428054" sldId="293"/>
            <ac:picMk id="5" creationId="{96A2357D-6884-9821-A408-92AC187E2F96}"/>
          </ac:picMkLst>
        </pc:picChg>
      </pc:sldChg>
      <pc:sldChg chg="addSp new mod">
        <pc:chgData name="Utkarsh Agarwal" userId="7a1216fa42ee05d0" providerId="LiveId" clId="{5A8ABE04-300D-46CD-9942-40B59078845C}" dt="2026-03-10T09:28:52.432" v="92" actId="22"/>
        <pc:sldMkLst>
          <pc:docMk/>
          <pc:sldMk cId="4181974733" sldId="294"/>
        </pc:sldMkLst>
        <pc:picChg chg="add">
          <ac:chgData name="Utkarsh Agarwal" userId="7a1216fa42ee05d0" providerId="LiveId" clId="{5A8ABE04-300D-46CD-9942-40B59078845C}" dt="2026-03-10T09:28:52.432" v="92" actId="22"/>
          <ac:picMkLst>
            <pc:docMk/>
            <pc:sldMk cId="4181974733" sldId="294"/>
            <ac:picMk id="5" creationId="{71AA8E55-627A-6C72-69A1-4510BF7AF974}"/>
          </ac:picMkLst>
        </pc:picChg>
      </pc:sldChg>
      <pc:sldChg chg="addSp delSp modSp new mod">
        <pc:chgData name="Utkarsh Agarwal" userId="7a1216fa42ee05d0" providerId="LiveId" clId="{5A8ABE04-300D-46CD-9942-40B59078845C}" dt="2026-03-10T09:32:29.049" v="94" actId="22"/>
        <pc:sldMkLst>
          <pc:docMk/>
          <pc:sldMk cId="3320601140" sldId="295"/>
        </pc:sldMkLst>
        <pc:picChg chg="add mod ord">
          <ac:chgData name="Utkarsh Agarwal" userId="7a1216fa42ee05d0" providerId="LiveId" clId="{5A8ABE04-300D-46CD-9942-40B59078845C}" dt="2026-03-10T09:32:29.049" v="94" actId="22"/>
          <ac:picMkLst>
            <pc:docMk/>
            <pc:sldMk cId="3320601140" sldId="295"/>
            <ac:picMk id="5" creationId="{931EFEA6-21DF-80DF-A9DA-6E519ED810D4}"/>
          </ac:picMkLst>
        </pc:picChg>
      </pc:sldChg>
      <pc:sldChg chg="addSp delSp new mod">
        <pc:chgData name="Utkarsh Agarwal" userId="7a1216fa42ee05d0" providerId="LiveId" clId="{5A8ABE04-300D-46CD-9942-40B59078845C}" dt="2026-03-10T09:34:15.274" v="98" actId="22"/>
        <pc:sldMkLst>
          <pc:docMk/>
          <pc:sldMk cId="3421125822" sldId="296"/>
        </pc:sldMkLst>
        <pc:picChg chg="add">
          <ac:chgData name="Utkarsh Agarwal" userId="7a1216fa42ee05d0" providerId="LiveId" clId="{5A8ABE04-300D-46CD-9942-40B59078845C}" dt="2026-03-10T09:34:15.274" v="98" actId="22"/>
          <ac:picMkLst>
            <pc:docMk/>
            <pc:sldMk cId="3421125822" sldId="296"/>
            <ac:picMk id="7" creationId="{037FA018-9293-5B14-A5A6-6CE6A35A6C5D}"/>
          </ac:picMkLst>
        </pc:picChg>
      </pc:sldChg>
      <pc:sldChg chg="addSp new mod">
        <pc:chgData name="Utkarsh Agarwal" userId="7a1216fa42ee05d0" providerId="LiveId" clId="{5A8ABE04-300D-46CD-9942-40B59078845C}" dt="2026-03-12T00:23:40.622" v="100" actId="22"/>
        <pc:sldMkLst>
          <pc:docMk/>
          <pc:sldMk cId="308880398" sldId="297"/>
        </pc:sldMkLst>
        <pc:picChg chg="add">
          <ac:chgData name="Utkarsh Agarwal" userId="7a1216fa42ee05d0" providerId="LiveId" clId="{5A8ABE04-300D-46CD-9942-40B59078845C}" dt="2026-03-12T00:23:40.622" v="100" actId="22"/>
          <ac:picMkLst>
            <pc:docMk/>
            <pc:sldMk cId="308880398" sldId="297"/>
            <ac:picMk id="5" creationId="{4DE326DE-231A-AB41-967A-2529EBC2CF78}"/>
          </ac:picMkLst>
        </pc:picChg>
      </pc:sldChg>
      <pc:sldChg chg="addSp new mod">
        <pc:chgData name="Utkarsh Agarwal" userId="7a1216fa42ee05d0" providerId="LiveId" clId="{5A8ABE04-300D-46CD-9942-40B59078845C}" dt="2026-03-12T00:40:31.494" v="102" actId="22"/>
        <pc:sldMkLst>
          <pc:docMk/>
          <pc:sldMk cId="1054381354" sldId="298"/>
        </pc:sldMkLst>
        <pc:picChg chg="add">
          <ac:chgData name="Utkarsh Agarwal" userId="7a1216fa42ee05d0" providerId="LiveId" clId="{5A8ABE04-300D-46CD-9942-40B59078845C}" dt="2026-03-12T00:40:31.494" v="102" actId="22"/>
          <ac:picMkLst>
            <pc:docMk/>
            <pc:sldMk cId="1054381354" sldId="298"/>
            <ac:picMk id="5" creationId="{BDEFF60A-5DB5-56DB-A64C-398B7461B763}"/>
          </ac:picMkLst>
        </pc:picChg>
      </pc:sldChg>
      <pc:sldChg chg="addSp modSp new mod">
        <pc:chgData name="Utkarsh Agarwal" userId="7a1216fa42ee05d0" providerId="LiveId" clId="{5A8ABE04-300D-46CD-9942-40B59078845C}" dt="2026-03-12T00:44:15.306" v="106" actId="1076"/>
        <pc:sldMkLst>
          <pc:docMk/>
          <pc:sldMk cId="778247562" sldId="299"/>
        </pc:sldMkLst>
        <pc:picChg chg="add mod">
          <ac:chgData name="Utkarsh Agarwal" userId="7a1216fa42ee05d0" providerId="LiveId" clId="{5A8ABE04-300D-46CD-9942-40B59078845C}" dt="2026-03-12T00:44:15.306" v="106" actId="1076"/>
          <ac:picMkLst>
            <pc:docMk/>
            <pc:sldMk cId="778247562" sldId="299"/>
            <ac:picMk id="5" creationId="{A173AF0D-FD7A-3D74-9816-E58D621E01FD}"/>
          </ac:picMkLst>
        </pc:picChg>
      </pc:sldChg>
      <pc:sldChg chg="addSp modSp new mod">
        <pc:chgData name="Utkarsh Agarwal" userId="7a1216fa42ee05d0" providerId="LiveId" clId="{5A8ABE04-300D-46CD-9942-40B59078845C}" dt="2026-03-12T01:31:51.479" v="110" actId="1076"/>
        <pc:sldMkLst>
          <pc:docMk/>
          <pc:sldMk cId="1447636188" sldId="300"/>
        </pc:sldMkLst>
        <pc:picChg chg="add mod">
          <ac:chgData name="Utkarsh Agarwal" userId="7a1216fa42ee05d0" providerId="LiveId" clId="{5A8ABE04-300D-46CD-9942-40B59078845C}" dt="2026-03-12T01:31:51.479" v="110" actId="1076"/>
          <ac:picMkLst>
            <pc:docMk/>
            <pc:sldMk cId="1447636188" sldId="300"/>
            <ac:picMk id="5" creationId="{17A94EC4-004B-4D64-6D79-D1D07E04D4E4}"/>
          </ac:picMkLst>
        </pc:picChg>
      </pc:sldChg>
      <pc:sldChg chg="addSp modSp new mod">
        <pc:chgData name="Utkarsh Agarwal" userId="7a1216fa42ee05d0" providerId="LiveId" clId="{5A8ABE04-300D-46CD-9942-40B59078845C}" dt="2026-03-12T01:32:23.386" v="114" actId="1076"/>
        <pc:sldMkLst>
          <pc:docMk/>
          <pc:sldMk cId="2664827627" sldId="301"/>
        </pc:sldMkLst>
        <pc:picChg chg="add mod">
          <ac:chgData name="Utkarsh Agarwal" userId="7a1216fa42ee05d0" providerId="LiveId" clId="{5A8ABE04-300D-46CD-9942-40B59078845C}" dt="2026-03-12T01:32:23.386" v="114" actId="1076"/>
          <ac:picMkLst>
            <pc:docMk/>
            <pc:sldMk cId="2664827627" sldId="301"/>
            <ac:picMk id="5" creationId="{FFBDE46A-3D76-DC80-4091-76A5874F348F}"/>
          </ac:picMkLst>
        </pc:picChg>
      </pc:sldChg>
      <pc:sldChg chg="addSp new mod">
        <pc:chgData name="Utkarsh Agarwal" userId="7a1216fa42ee05d0" providerId="LiveId" clId="{5A8ABE04-300D-46CD-9942-40B59078845C}" dt="2026-03-23T15:32:41.225" v="116" actId="22"/>
        <pc:sldMkLst>
          <pc:docMk/>
          <pc:sldMk cId="1559853093" sldId="302"/>
        </pc:sldMkLst>
        <pc:picChg chg="add">
          <ac:chgData name="Utkarsh Agarwal" userId="7a1216fa42ee05d0" providerId="LiveId" clId="{5A8ABE04-300D-46CD-9942-40B59078845C}" dt="2026-03-23T15:32:41.225" v="116" actId="22"/>
          <ac:picMkLst>
            <pc:docMk/>
            <pc:sldMk cId="1559853093" sldId="302"/>
            <ac:picMk id="5" creationId="{383903D8-777F-9497-7B7A-5E42581669EE}"/>
          </ac:picMkLst>
        </pc:picChg>
      </pc:sldChg>
      <pc:sldChg chg="addSp modSp new mod">
        <pc:chgData name="Utkarsh Agarwal" userId="7a1216fa42ee05d0" providerId="LiveId" clId="{5A8ABE04-300D-46CD-9942-40B59078845C}" dt="2026-03-23T15:37:47.440" v="120" actId="1076"/>
        <pc:sldMkLst>
          <pc:docMk/>
          <pc:sldMk cId="2102902353" sldId="303"/>
        </pc:sldMkLst>
        <pc:picChg chg="add mod">
          <ac:chgData name="Utkarsh Agarwal" userId="7a1216fa42ee05d0" providerId="LiveId" clId="{5A8ABE04-300D-46CD-9942-40B59078845C}" dt="2026-03-23T15:37:47.440" v="120" actId="1076"/>
          <ac:picMkLst>
            <pc:docMk/>
            <pc:sldMk cId="2102902353" sldId="303"/>
            <ac:picMk id="5" creationId="{39389677-3BBD-05EE-98DC-CA34EA6DDF1E}"/>
          </ac:picMkLst>
        </pc:picChg>
      </pc:sldChg>
      <pc:sldChg chg="addSp new mod">
        <pc:chgData name="Utkarsh Agarwal" userId="7a1216fa42ee05d0" providerId="LiveId" clId="{5A8ABE04-300D-46CD-9942-40B59078845C}" dt="2026-03-23T15:51:29.667" v="122" actId="22"/>
        <pc:sldMkLst>
          <pc:docMk/>
          <pc:sldMk cId="2748483200" sldId="304"/>
        </pc:sldMkLst>
        <pc:picChg chg="add">
          <ac:chgData name="Utkarsh Agarwal" userId="7a1216fa42ee05d0" providerId="LiveId" clId="{5A8ABE04-300D-46CD-9942-40B59078845C}" dt="2026-03-23T15:51:29.667" v="122" actId="22"/>
          <ac:picMkLst>
            <pc:docMk/>
            <pc:sldMk cId="2748483200" sldId="304"/>
            <ac:picMk id="5" creationId="{D95B734A-A334-ED7F-626F-096338BD95B9}"/>
          </ac:picMkLst>
        </pc:picChg>
      </pc:sldChg>
      <pc:sldChg chg="addSp modSp new mod">
        <pc:chgData name="Utkarsh Agarwal" userId="7a1216fa42ee05d0" providerId="LiveId" clId="{5A8ABE04-300D-46CD-9942-40B59078845C}" dt="2026-03-23T16:00:25.509" v="127" actId="1076"/>
        <pc:sldMkLst>
          <pc:docMk/>
          <pc:sldMk cId="3307139524" sldId="305"/>
        </pc:sldMkLst>
        <pc:picChg chg="add mod">
          <ac:chgData name="Utkarsh Agarwal" userId="7a1216fa42ee05d0" providerId="LiveId" clId="{5A8ABE04-300D-46CD-9942-40B59078845C}" dt="2026-03-23T16:00:25.509" v="127" actId="1076"/>
          <ac:picMkLst>
            <pc:docMk/>
            <pc:sldMk cId="3307139524" sldId="305"/>
            <ac:picMk id="5" creationId="{359BEC32-A017-E0F7-0FE7-670809EE2780}"/>
          </ac:picMkLst>
        </pc:picChg>
      </pc:sldChg>
      <pc:sldChg chg="addSp modSp new mod">
        <pc:chgData name="Utkarsh Agarwal" userId="7a1216fa42ee05d0" providerId="LiveId" clId="{5A8ABE04-300D-46CD-9942-40B59078845C}" dt="2026-03-23T16:14:00.203" v="131" actId="1076"/>
        <pc:sldMkLst>
          <pc:docMk/>
          <pc:sldMk cId="140463135" sldId="306"/>
        </pc:sldMkLst>
        <pc:picChg chg="add mod">
          <ac:chgData name="Utkarsh Agarwal" userId="7a1216fa42ee05d0" providerId="LiveId" clId="{5A8ABE04-300D-46CD-9942-40B59078845C}" dt="2026-03-23T16:14:00.203" v="131" actId="1076"/>
          <ac:picMkLst>
            <pc:docMk/>
            <pc:sldMk cId="140463135" sldId="306"/>
            <ac:picMk id="5" creationId="{D2357DCB-2CB1-CEDD-BF90-4899ED021CF8}"/>
          </ac:picMkLst>
        </pc:picChg>
      </pc:sldChg>
      <pc:sldChg chg="addSp modSp new mod">
        <pc:chgData name="Utkarsh Agarwal" userId="7a1216fa42ee05d0" providerId="LiveId" clId="{5A8ABE04-300D-46CD-9942-40B59078845C}" dt="2026-03-23T16:16:14.564" v="135" actId="1076"/>
        <pc:sldMkLst>
          <pc:docMk/>
          <pc:sldMk cId="3909326039" sldId="307"/>
        </pc:sldMkLst>
        <pc:picChg chg="add mod">
          <ac:chgData name="Utkarsh Agarwal" userId="7a1216fa42ee05d0" providerId="LiveId" clId="{5A8ABE04-300D-46CD-9942-40B59078845C}" dt="2026-03-23T16:16:14.564" v="135" actId="1076"/>
          <ac:picMkLst>
            <pc:docMk/>
            <pc:sldMk cId="3909326039" sldId="307"/>
            <ac:picMk id="5" creationId="{8C5EFE14-905D-7120-9457-FCF694252A86}"/>
          </ac:picMkLst>
        </pc:picChg>
      </pc:sldChg>
      <pc:sldChg chg="addSp modSp new mod">
        <pc:chgData name="Utkarsh Agarwal" userId="7a1216fa42ee05d0" providerId="LiveId" clId="{5A8ABE04-300D-46CD-9942-40B59078845C}" dt="2026-03-24T04:47:08.718" v="154" actId="1076"/>
        <pc:sldMkLst>
          <pc:docMk/>
          <pc:sldMk cId="3892662714" sldId="308"/>
        </pc:sldMkLst>
        <pc:picChg chg="add mod">
          <ac:chgData name="Utkarsh Agarwal" userId="7a1216fa42ee05d0" providerId="LiveId" clId="{5A8ABE04-300D-46CD-9942-40B59078845C}" dt="2026-03-24T04:47:08.718" v="154" actId="1076"/>
          <ac:picMkLst>
            <pc:docMk/>
            <pc:sldMk cId="3892662714" sldId="308"/>
            <ac:picMk id="5" creationId="{B2F4AEF2-7BC2-280B-A68D-103520E364FF}"/>
          </ac:picMkLst>
        </pc:picChg>
      </pc:sldChg>
      <pc:sldChg chg="addSp modSp new mod">
        <pc:chgData name="Utkarsh Agarwal" userId="7a1216fa42ee05d0" providerId="LiveId" clId="{5A8ABE04-300D-46CD-9942-40B59078845C}" dt="2026-03-23T16:42:36.420" v="145" actId="1076"/>
        <pc:sldMkLst>
          <pc:docMk/>
          <pc:sldMk cId="3248590530" sldId="309"/>
        </pc:sldMkLst>
        <pc:picChg chg="add mod">
          <ac:chgData name="Utkarsh Agarwal" userId="7a1216fa42ee05d0" providerId="LiveId" clId="{5A8ABE04-300D-46CD-9942-40B59078845C}" dt="2026-03-23T16:42:36.420" v="145" actId="1076"/>
          <ac:picMkLst>
            <pc:docMk/>
            <pc:sldMk cId="3248590530" sldId="309"/>
            <ac:picMk id="5" creationId="{466E34EB-3A83-43AD-7F40-52B1E3219E07}"/>
          </ac:picMkLst>
        </pc:picChg>
      </pc:sldChg>
      <pc:sldChg chg="addSp modSp new mod">
        <pc:chgData name="Utkarsh Agarwal" userId="7a1216fa42ee05d0" providerId="LiveId" clId="{5A8ABE04-300D-46CD-9942-40B59078845C}" dt="2026-03-23T16:43:42.399" v="149" actId="1076"/>
        <pc:sldMkLst>
          <pc:docMk/>
          <pc:sldMk cId="2576839093" sldId="310"/>
        </pc:sldMkLst>
        <pc:picChg chg="add mod">
          <ac:chgData name="Utkarsh Agarwal" userId="7a1216fa42ee05d0" providerId="LiveId" clId="{5A8ABE04-300D-46CD-9942-40B59078845C}" dt="2026-03-23T16:43:42.399" v="149" actId="1076"/>
          <ac:picMkLst>
            <pc:docMk/>
            <pc:sldMk cId="2576839093" sldId="310"/>
            <ac:picMk id="5" creationId="{E4AA3749-876D-D7FC-1105-782119E9CCBD}"/>
          </ac:picMkLst>
        </pc:picChg>
      </pc:sldChg>
      <pc:sldChg chg="addSp modSp new mod">
        <pc:chgData name="Utkarsh Agarwal" userId="7a1216fa42ee05d0" providerId="LiveId" clId="{5A8ABE04-300D-46CD-9942-40B59078845C}" dt="2026-03-23T16:59:48.602" v="153" actId="1076"/>
        <pc:sldMkLst>
          <pc:docMk/>
          <pc:sldMk cId="1159393210" sldId="311"/>
        </pc:sldMkLst>
        <pc:picChg chg="add mod">
          <ac:chgData name="Utkarsh Agarwal" userId="7a1216fa42ee05d0" providerId="LiveId" clId="{5A8ABE04-300D-46CD-9942-40B59078845C}" dt="2026-03-23T16:59:48.602" v="153" actId="1076"/>
          <ac:picMkLst>
            <pc:docMk/>
            <pc:sldMk cId="1159393210" sldId="311"/>
            <ac:picMk id="5" creationId="{520EB98A-577A-2F51-D555-6CF20DDFAD80}"/>
          </ac:picMkLst>
        </pc:picChg>
      </pc:sldChg>
      <pc:sldChg chg="addSp new mod">
        <pc:chgData name="Utkarsh Agarwal" userId="7a1216fa42ee05d0" providerId="LiveId" clId="{5A8ABE04-300D-46CD-9942-40B59078845C}" dt="2026-03-24T18:16:07.617" v="156" actId="22"/>
        <pc:sldMkLst>
          <pc:docMk/>
          <pc:sldMk cId="320319344" sldId="312"/>
        </pc:sldMkLst>
        <pc:picChg chg="add">
          <ac:chgData name="Utkarsh Agarwal" userId="7a1216fa42ee05d0" providerId="LiveId" clId="{5A8ABE04-300D-46CD-9942-40B59078845C}" dt="2026-03-24T18:16:07.617" v="156" actId="22"/>
          <ac:picMkLst>
            <pc:docMk/>
            <pc:sldMk cId="320319344" sldId="312"/>
            <ac:picMk id="5" creationId="{2002BEA4-960F-FB43-A1B1-9B4F54D7690A}"/>
          </ac:picMkLst>
        </pc:picChg>
      </pc:sldChg>
      <pc:sldChg chg="addSp modSp new mod">
        <pc:chgData name="Utkarsh Agarwal" userId="7a1216fa42ee05d0" providerId="LiveId" clId="{5A8ABE04-300D-46CD-9942-40B59078845C}" dt="2026-03-24T18:17:26.793" v="161" actId="1076"/>
        <pc:sldMkLst>
          <pc:docMk/>
          <pc:sldMk cId="872650878" sldId="313"/>
        </pc:sldMkLst>
        <pc:picChg chg="add mod">
          <ac:chgData name="Utkarsh Agarwal" userId="7a1216fa42ee05d0" providerId="LiveId" clId="{5A8ABE04-300D-46CD-9942-40B59078845C}" dt="2026-03-24T18:17:26.793" v="161" actId="1076"/>
          <ac:picMkLst>
            <pc:docMk/>
            <pc:sldMk cId="872650878" sldId="313"/>
            <ac:picMk id="5" creationId="{DFD876F9-D232-E62B-74D2-4AE62CEDC5BF}"/>
          </ac:picMkLst>
        </pc:picChg>
      </pc:sldChg>
      <pc:sldChg chg="addSp modSp new mod">
        <pc:chgData name="Utkarsh Agarwal" userId="7a1216fa42ee05d0" providerId="LiveId" clId="{5A8ABE04-300D-46CD-9942-40B59078845C}" dt="2026-03-24T18:24:08.366" v="165" actId="1076"/>
        <pc:sldMkLst>
          <pc:docMk/>
          <pc:sldMk cId="3103472268" sldId="314"/>
        </pc:sldMkLst>
        <pc:picChg chg="add mod">
          <ac:chgData name="Utkarsh Agarwal" userId="7a1216fa42ee05d0" providerId="LiveId" clId="{5A8ABE04-300D-46CD-9942-40B59078845C}" dt="2026-03-24T18:24:08.366" v="165" actId="1076"/>
          <ac:picMkLst>
            <pc:docMk/>
            <pc:sldMk cId="3103472268" sldId="314"/>
            <ac:picMk id="5" creationId="{AF3BDA5A-E731-F06F-BD07-74408AB9FD13}"/>
          </ac:picMkLst>
        </pc:picChg>
      </pc:sldChg>
      <pc:sldChg chg="addSp new mod">
        <pc:chgData name="Utkarsh Agarwal" userId="7a1216fa42ee05d0" providerId="LiveId" clId="{5A8ABE04-300D-46CD-9942-40B59078845C}" dt="2026-03-24T18:26:35.637" v="167" actId="22"/>
        <pc:sldMkLst>
          <pc:docMk/>
          <pc:sldMk cId="952845695" sldId="315"/>
        </pc:sldMkLst>
        <pc:picChg chg="add">
          <ac:chgData name="Utkarsh Agarwal" userId="7a1216fa42ee05d0" providerId="LiveId" clId="{5A8ABE04-300D-46CD-9942-40B59078845C}" dt="2026-03-24T18:26:35.637" v="167" actId="22"/>
          <ac:picMkLst>
            <pc:docMk/>
            <pc:sldMk cId="952845695" sldId="315"/>
            <ac:picMk id="5" creationId="{2A0CF510-72A7-3929-3449-B175D66988DD}"/>
          </ac:picMkLst>
        </pc:picChg>
      </pc:sldChg>
      <pc:sldChg chg="addSp delSp modSp new mod">
        <pc:chgData name="Utkarsh Agarwal" userId="7a1216fa42ee05d0" providerId="LiveId" clId="{5A8ABE04-300D-46CD-9942-40B59078845C}" dt="2026-03-24T18:34:00.869" v="175" actId="22"/>
        <pc:sldMkLst>
          <pc:docMk/>
          <pc:sldMk cId="298736345" sldId="316"/>
        </pc:sldMkLst>
        <pc:picChg chg="add del mod">
          <ac:chgData name="Utkarsh Agarwal" userId="7a1216fa42ee05d0" providerId="LiveId" clId="{5A8ABE04-300D-46CD-9942-40B59078845C}" dt="2026-03-24T18:34:00.417" v="174" actId="22"/>
          <ac:picMkLst>
            <pc:docMk/>
            <pc:sldMk cId="298736345" sldId="316"/>
            <ac:picMk id="5" creationId="{93A0E9B0-003C-5FB6-6796-09E7C434E4EF}"/>
          </ac:picMkLst>
        </pc:picChg>
        <pc:picChg chg="add">
          <ac:chgData name="Utkarsh Agarwal" userId="7a1216fa42ee05d0" providerId="LiveId" clId="{5A8ABE04-300D-46CD-9942-40B59078845C}" dt="2026-03-24T18:34:00.869" v="175" actId="22"/>
          <ac:picMkLst>
            <pc:docMk/>
            <pc:sldMk cId="298736345" sldId="316"/>
            <ac:picMk id="7" creationId="{A5110555-2D54-8F4E-21B8-25DFA5844C59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1452A8-060C-1842-D3B2-CFB1383407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35E05A-3B13-7325-0B34-DA12C1572B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E270B2-3980-1FC8-026A-D591C77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23-03-2026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9D22E9-6EFA-F87A-1012-8D42F2A365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AECE4E-6DAB-5DA6-AF22-652F9F6BA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565452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0E9B4-3773-E645-E981-FB67D720D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ECE982-0C7B-07DD-C3F2-643D7A05E7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D92802-4F68-61C2-6AD2-AE1BA76F5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23-03-2026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3B4603-6DC3-A06F-F1CA-4E5C08E9E9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B52217-DF0A-31F5-F200-44CCB88B7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488686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8275A-16E2-D9D1-0AA3-1007B7E05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07B2D4-342D-14DE-55A2-E1A3541F2C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D6CD96-167D-F398-93F6-94BE01FAA6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23-03-2026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9BBAA6-ED8E-5800-B593-653191593C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F8A205-DBDB-BC8F-EB3D-5DC353B0B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884526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E0072-75D1-13D9-D2A4-F9C71E47B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6EE2C7-D212-60C0-F376-BCF5F67D11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A34A53-C607-D2DB-D2CD-4501EAFCD4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2890CE-A7E6-8CB2-74C4-47E1664376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23-03-2026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E07E24-EC2B-D1EC-C816-A8FD01EE07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858962-D256-3CCF-EA46-21347FC74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058811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05B02-3A1A-AE75-7370-929C7FF583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E3A26A-BB73-C2AE-CA25-FE3E195D8D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485A68-F0E2-54EF-498D-B401E482B2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D8AE74A-CCDF-1CE8-0BFC-03FF882AA1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8133D6-5332-FAA8-3249-A20414612A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80FD61D-1834-0234-5C0D-48228CAC6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23-03-2026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788EF41-A4F9-0E37-B3ED-B3CC7F2562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76C792E-6393-2780-658E-3FFED52F36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833162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B216B-D6F9-680A-0F91-411D68C8D1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C2EEA6-7323-3934-3018-A32E63F80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23-03-2026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C76B289-9177-20FA-535B-BEBF4A3698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C50FEA-034E-0F4A-C1FE-FBDF6E0AC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6108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7870D3A-7333-E530-C982-2227A85D99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23-03-2026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147F36F-3F88-49DF-CFAB-4A189D473D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B3DC70-7E86-D014-3DF0-3FE210343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28937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005E0-4E47-112C-AF60-93E91D0D8A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8B5759-341B-F139-B095-EAA6423014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38B9B5-611E-3C53-C152-90E712903A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56AFE9-AAD5-9566-2913-E72742C3B7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23-03-2026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C5709B-29CE-9EB1-00F6-580C1350EF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E7DCA4-1408-9B5F-4475-929B4FA8F5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22812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3FAF71-CE37-2D03-E725-F7FA79C284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07423C-6129-916E-73C2-D15B8B2D47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B80A40-85E5-C34E-7712-F4BD929C53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6520D8-C066-BDFE-70F3-D1BC63EDB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23-03-2026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BDA9BD-A2AA-EB11-9E20-62BEC6F104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DE4834-1691-E512-E640-0776D502F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078141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7B948-74F2-84F7-F43A-BF1A6DAF6C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13146B-44D0-D703-5F4A-635CFD8C81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7C4D38-ECC6-56A7-D5D5-399CBF2005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23-03-2026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8D55BC-1699-E9CA-6CF9-E98193BC2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5ABBEB-3671-BCB7-B022-8F0F8A9ABA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259224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4E1E7BB-CECD-8AE7-446C-CEB2A8E8EE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5E083A-AC30-82C3-E84E-1E8400878B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C0D30D-21A1-CB76-9539-7CB6A4D59C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23-03-2026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857A05-FB1F-31DC-2D13-27129AE74D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AFB4E1-0545-E7DA-7013-B7683E9B5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299108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E7433D9-377A-35E9-238B-53B7CFC714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EFCD64-E023-3D96-4110-68A5B08CE7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562EDC-88A2-2D7C-66FC-1964E66243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3303C3-2CD8-4332-90AE-4FB0E3E6FE25}" type="datetimeFigureOut">
              <a:rPr lang="en-IN" smtClean="0"/>
              <a:t>23-03-2026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592A22-824A-DA60-41FA-7DFD5ACCEE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C78461-0442-28A5-9DFD-8CA5A2E436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582291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21B47-F0F4-668F-2C9B-E992E68559A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B97A90-2A04-BA47-FD68-9D9ACD79A08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2A7BA0-1A53-883A-F5D3-26E84CC250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228" y="261495"/>
            <a:ext cx="11593543" cy="6335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0954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8AD369-3BA3-8142-0403-21FDB128A6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FA7196-EA17-2BAA-2E11-C03E862E87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881576D-35BB-DAF8-59CE-DBEF86F624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123" y="390101"/>
            <a:ext cx="11307753" cy="6077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75027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4A04C-1BD0-CC8D-F573-2C43C03E9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27C799-E38C-8895-8E73-B49B8FA138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B54E18-B5E3-26A7-3AA8-DF4B03B143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571" y="304364"/>
            <a:ext cx="11164858" cy="6249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80208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97B477-A4E9-4513-4D74-552C8439F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94C350-BD80-02CA-80C4-7C6BB1F3A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23D91C8-7CAD-24FD-2332-04E6FBFE19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18" y="204337"/>
            <a:ext cx="11564964" cy="6449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76135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14FD10-C522-0C1F-1C07-3F7D9173E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112E01-BD58-86BC-7D16-FBD07F9F1C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899A6A-C4FE-31C5-5709-23380842FB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620" y="0"/>
            <a:ext cx="1016875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79200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A2BC83-B275-3221-0394-3326A58DB5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7372D7-EBAE-A1F8-0B38-9225D62FAA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E6321A-7F3F-8FD1-F63E-B9FE7800F5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1050" y="0"/>
            <a:ext cx="97699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79431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E106A-BB1E-7D35-6800-3DF8A2EF9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5256EB-3250-6641-1B60-BE6ADC6796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47E0A8-BAF1-48A6-9922-89C68E7EED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6785" y="146581"/>
            <a:ext cx="9138430" cy="6564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35149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71999-2EEE-9CC5-AE47-ED41A3459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EB5153-494B-FE2C-37EE-807668219A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F4D67D-14F3-F3B4-BAE7-6443D7B1D2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7792" y="0"/>
            <a:ext cx="975641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16257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5D7EE-C51B-0A58-29D8-C2868D0E53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2A45B0-7041-45D9-864C-C991C7051F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7145DBE-D461-EB2F-5277-5924B64F85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43" y="0"/>
            <a:ext cx="1216631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22123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BCAF-6B84-003C-6A1E-E4B62FFC0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4FA39F-28A1-7ADC-31C0-C7D62D1A25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C60BA8-764C-D9DD-2130-8DD6A7CE68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575" y="681037"/>
            <a:ext cx="11550453" cy="4541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36727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714C8-848B-0C39-124B-FF7E659315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89F515-9A0A-6193-5C94-E87193F7BB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C5F52A3-F5EE-72F2-488D-9A14857F6D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283" y="1250222"/>
            <a:ext cx="11361434" cy="4127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19398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B7CD07-A834-DEBA-21CA-B6B3B3628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780310-A76C-AEE5-2392-17F014D0D4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99BFE6-0C6E-F73C-0FB9-5C5BD42E9C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359" y="0"/>
            <a:ext cx="1059728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06678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E777C-B627-854A-9F21-722B66505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8E54E0-4776-9BD4-1307-E30C0E5321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506B6F-1BE7-9929-CE59-3A70050207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200" y="0"/>
            <a:ext cx="111796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97950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F9857-50F5-CDE9-D32D-A285065B5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04A76F-F231-5B30-25FE-BB490FA935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674D3F-9081-F31C-9DB7-11E9D569BB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2100" y="0"/>
            <a:ext cx="92678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89036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567199-67B3-5CF9-B328-5597060F4F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C4CCA2-C1F6-9004-0738-8520BAF907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4B78B7D-E88F-886C-7BDD-519577907F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9221"/>
            <a:ext cx="12192000" cy="4879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72521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16319E-5FBF-8287-36C0-BADBE2877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984C9-D36B-0D0C-22C3-EFFB5043CC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0C3D7CE-1E0A-6F15-2DAF-2332FE6E5D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262" y="0"/>
            <a:ext cx="102774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28674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F4B3CF-BB1D-FC9B-3E98-937744E23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D95C30-5359-9031-3DD8-48F5BB4654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73ACFE8-17CD-2C34-9C43-74B321504F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3541" y="0"/>
            <a:ext cx="842491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83716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8B21B-C4F9-A6E7-76C8-C05121C68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A6B86F-BD94-F710-49DA-AD6545E1EE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E63C183-9C90-56C9-0ADE-CEEEB54038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9771" y="0"/>
            <a:ext cx="921245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74242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167679-7E90-FA5E-8FAE-854FEF15C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1E025B-433A-BB48-559A-32AA2736B4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84421A-B797-2DEC-5FB7-4B5C7B6AE2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012" y="0"/>
            <a:ext cx="100699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11118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8C2AE-4103-A972-5336-D20DD495BA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F13523-CF6B-6AF5-734F-C44D75A3EE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C8EF0E-7042-97DC-6F81-8906D28601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046" y="0"/>
            <a:ext cx="965790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28822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812A83-1174-E03E-DA64-0A06C90298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96974B-937F-A730-A680-EF5000178F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FD361B-35CC-57AA-D045-FFB37DE2DA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617" y="0"/>
            <a:ext cx="886276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61623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55AD65-9A34-2B76-7A4B-73702F6337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51A02F-BC28-B8C2-B620-F2AD7CBC43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00F370-7775-CC7D-205D-09AC24718B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185" y="0"/>
            <a:ext cx="944762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1403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8CBDA-4913-E2EA-9B3C-0B6AFB830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0FC9FB-D838-BEF6-45B7-3216DB37A4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6E924CC-641C-1A8F-18ED-FEB374FFCE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992" y="661601"/>
            <a:ext cx="10498015" cy="5534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78067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44E1D-3E4A-23C0-7E5B-A61DF5DFF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ACBB0C-033A-673C-A91B-BDA1022734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0DAEFAD-BD0A-8C12-978E-1084FD0354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0273" y="0"/>
            <a:ext cx="875145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792510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320FE-C356-14C3-037B-75B4CBCA8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E9A90C-B59D-01CE-CE10-E323044960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6E6159-4E73-D540-139E-BF13304BFD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9487"/>
            <a:ext cx="12192000" cy="6459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90228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4593F5-5316-76C7-A652-58FE4D08D0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9E8819-F649-EB04-6999-0945AED23F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09B7F6-F843-897A-8A86-26EC2B438C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87" y="347232"/>
            <a:ext cx="10936226" cy="6163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316008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A1B45-504A-EF79-326E-27AC758B4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09DDF2-490D-B850-252A-F6FDBC1EAF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095190-5DC8-0F73-6865-B0E2474CC0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702" y="247206"/>
            <a:ext cx="11612596" cy="6363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7038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81F5E-8C90-6508-CE1E-F3AFA82C1B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9C7269-31DC-602B-34D6-761D652A8B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029668-513E-DB31-2A1C-390FD89DF9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913" y="170995"/>
            <a:ext cx="11098174" cy="6516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606716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8FEED5-A59E-F2BB-F2EA-5C0CB4C169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D62956-6778-1812-C9E6-ED91434A67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29B81E-365F-334D-7213-DED27CF6A2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586" y="0"/>
            <a:ext cx="1018282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852641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307007-35C7-B8D6-776B-C430E3F13A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0403BF-0C68-E984-6971-C97A055387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2E22780-F4DF-2E29-156E-6A4A5FA351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968" y="0"/>
            <a:ext cx="1096406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7266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7C7FB-AD3A-642C-C449-4A716D8924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AEAF01-B3B8-55DE-EE0E-7727F16287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93B978-FB53-4C79-B789-B3D41599BA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7172" y="0"/>
            <a:ext cx="963765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136849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339E5C-326F-90BF-3F14-5271E37CC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B2832D-7873-9B3F-EE91-E758F7774E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48CC76D-D9C0-F494-BD89-16E283E438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018" y="104311"/>
            <a:ext cx="11745964" cy="6649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86783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380543-0B76-ABF8-A107-6A68898774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8FDA3B-11A9-6907-4B79-4FC3DBEC2C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3C8194-8AF8-C32B-B7A5-B27DB2EEBE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5128" y="0"/>
            <a:ext cx="958174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885713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8C8AA-D74C-9B34-C559-BE99AA8A65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692374-D213-0CDE-0939-3011D261C8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1755359-3A42-2751-8B6C-6A6FDC6B76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73000"/>
            <a:ext cx="12192000" cy="431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344108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400640-544E-EDF1-9AF2-156B5F0BC4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6AE01F-263E-7018-D5DF-2170E6F755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492C129-3810-64C8-4B0F-469DC5D9E9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65" y="356759"/>
            <a:ext cx="11784070" cy="6144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58657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42155F-6AC6-EA86-60BF-3AE16489A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8AA157-6A9B-224B-D62A-77632590C5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3C984B-B5DC-12BC-CE1D-2C240CB512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041" y="0"/>
            <a:ext cx="988791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511464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15326-EE05-5244-9C03-BFD6BB906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9BCDCD-5EE3-77D4-188F-6EA1B46736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FFF1B8-0A44-9C1C-A39B-1DFC4B9DD7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150" y="47153"/>
            <a:ext cx="10383699" cy="6763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860781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339069-C83E-0698-3633-074FDB115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5456C7-2A47-0992-6BBC-418F69D6DC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A2357D-6884-9821-A408-92AC187E2F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15" y="0"/>
            <a:ext cx="1003417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042805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E1F94-2ADA-C7CE-BA7B-12B37F639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540016-C6BF-4E65-B857-ACBCCAC0F1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1AA8E55-627A-6C72-69A1-4510BF7AF9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069"/>
            <a:ext cx="12192000" cy="6809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97473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078ED0-1BDA-EF99-F2E8-FAE6753AAB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31EFEA6-21DF-80DF-A9DA-6E519ED810D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093222"/>
            <a:ext cx="10515600" cy="3816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060114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BDE065-C1A9-560E-DFA6-96778E0D3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94A107-DA36-5770-25FF-3C9F9D9C51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37FA018-9293-5B14-A5A6-6CE6A35A6C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6607" y="0"/>
            <a:ext cx="903878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112582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EC79A2-5B0D-1E8E-4AB6-D832B931B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568ADF-32DD-5637-C38F-8A7DCA6520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E326DE-231A-AB41-967A-2529EBC2CF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711" y="0"/>
            <a:ext cx="1115457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88039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45A1A-C757-427E-ABF2-EB9E82041B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E98C03-8C0E-C3B4-0070-101A5D951C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DEFF60A-5DB5-56DB-A64C-398B7461B7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5203" y="814022"/>
            <a:ext cx="9621593" cy="5229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438135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4272BA-1535-B7B3-F0AF-851682AD4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105826-6CE9-71A8-EB11-1411FC6F43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173AF0D-FD7A-3D74-9816-E58D621E01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6615" y="546074"/>
            <a:ext cx="8098770" cy="5310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824756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31BD5C-1404-C821-26C1-6DA5BB4D32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AF0B23-0B3A-CB9A-256D-F3DD8AAF31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7A94EC4-004B-4D64-6D79-D1D07E04D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646" y="496473"/>
            <a:ext cx="10796708" cy="4772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763618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A56A9-B205-9C9F-E143-8C5BCC95A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763D2B-7172-A183-950F-A8C28534A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BDE46A-3D76-DC80-4091-76A5874F34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956" y="365125"/>
            <a:ext cx="9956087" cy="4899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482762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CCDB9-61F6-427D-9AA2-2A5AC47A3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9A0B27-8781-B167-3C84-FF8AFC6146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83903D8-777F-9497-7B7A-5E42581669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4403" y="0"/>
            <a:ext cx="856319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985309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9BE80-FDBC-E94D-16F6-26BB9FACB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315E78-0918-1859-671F-D1AB482969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9389677-3BBD-05EE-98DC-CA34EA6DDF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5510" y="365125"/>
            <a:ext cx="8820979" cy="5609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90235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B60227-C1D5-B830-5EC0-3963B67ED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F9DE25-C1B1-3ACE-5988-6F5FC92E8A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95B734A-A334-ED7F-626F-096338BD95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624" y="423443"/>
            <a:ext cx="10040751" cy="6011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848320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890291-ABB9-CC20-24B5-3D03C4D722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DB8AA8-6720-93D0-84AA-8B6A6BECDD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59BEC32-A017-E0F7-0FE7-670809EE27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057" y="324984"/>
            <a:ext cx="8010909" cy="6028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713952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9E9C2-8F57-77E5-0A58-E52A560BA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C971E7-7B89-3422-8206-3D638D8A67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357DCB-2CB1-CEDD-BF90-4899ED021C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896" y="365125"/>
            <a:ext cx="8361281" cy="5290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46313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EF3120-0EA8-BEFA-2006-0348683864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7C01A0-B29A-037B-8C00-498B157F09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C5EFE14-905D-7120-9457-FCF694252A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0538" y="140522"/>
            <a:ext cx="8670923" cy="5840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932603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1433B-AF01-50B0-E114-70396525B0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F38C02-A1AB-C674-28BE-2ABFA89605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2F4AEF2-7BC2-280B-A68D-103520E364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8590" y="545744"/>
            <a:ext cx="8434820" cy="5947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266271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86785-9847-3C93-54CE-03733EFDD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B0E1B8-E52B-E350-721B-919512EF89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6E34EB-3A83-43AD-7F40-52B1E3219E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3637" y="500744"/>
            <a:ext cx="8819173" cy="5304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59053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16DD0B-7327-A61E-0E4C-13ABC98837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E87C15-2BD4-11FE-1BF0-F05869B303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4AA3749-876D-D7FC-1105-782119E9CC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3508" y="365125"/>
            <a:ext cx="8144984" cy="5606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3909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F1232F-1E34-ACC7-0D01-CA681F740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D2116E-29DE-4CA9-EE95-9935C83618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20EB98A-577A-2F51-D555-6CF20DDFAD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9147" y="681037"/>
            <a:ext cx="8797611" cy="5328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939321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00F2A1-BD46-A4D5-E593-7718A5AF0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03CA8C-0EC4-2816-8B16-0A9C043D09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02BEA4-960F-FB43-A1B1-9B4F54D769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153" y="0"/>
            <a:ext cx="955169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31934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D7F9E-EF59-A321-2240-C850AB32C0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8CCBE0-393A-CD74-3073-AAED4D4B32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D876F9-D232-E62B-74D2-4AE62CEDC5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224" y="512733"/>
            <a:ext cx="11445552" cy="5664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265087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2A295-74C0-46EA-FE3C-A60040F548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82437-27C2-35E1-A861-72AD4C2FA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3BDA5A-E731-F06F-BD07-74408AB9FD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739" y="331754"/>
            <a:ext cx="10441061" cy="5845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347226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3E9D4E-E788-B36B-D0E9-2EFE22F44D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B0F8E2-10DD-CEB3-35C7-35FE98576E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A0CF510-72A7-3929-3449-B175D66988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961" y="0"/>
            <a:ext cx="975807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284569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A171B-D742-CE63-A5FA-5BCA85C73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7F8047-7F4B-6E3A-17B0-404BB0F160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5110555-2D54-8F4E-21B8-25DFA5844C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1667" y="0"/>
            <a:ext cx="92486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7363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11525</TotalTime>
  <Words>0</Words>
  <Application>Microsoft Office PowerPoint</Application>
  <PresentationFormat>Widescreen</PresentationFormat>
  <Paragraphs>0</Paragraphs>
  <Slides>61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65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Utkarsh Agarwal</dc:creator>
  <cp:lastModifiedBy>Utkarsh Agarwal</cp:lastModifiedBy>
  <cp:revision>1</cp:revision>
  <dcterms:created xsi:type="dcterms:W3CDTF">2026-01-19T18:02:24Z</dcterms:created>
  <dcterms:modified xsi:type="dcterms:W3CDTF">2026-03-24T18:34:09Z</dcterms:modified>
</cp:coreProperties>
</file>