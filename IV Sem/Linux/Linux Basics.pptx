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2-25T04:42:42.310" v="46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 del">
          <ac:chgData name="Utkarsh Agarwal" userId="7a1216fa42ee05d0" providerId="LiveId" clId="{5A8ABE04-300D-46CD-9942-40B59078845C}" dt="2026-02-24T09:35:11.124" v="29" actId="478"/>
          <ac:picMkLst>
            <pc:docMk/>
            <pc:sldMk cId="2958903663" sldId="269"/>
            <ac:picMk id="5" creationId="{8E85A2E5-FBA6-3E59-743F-114BE19EF053}"/>
          </ac:picMkLst>
        </pc:picChg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 del">
          <ac:chgData name="Utkarsh Agarwal" userId="7a1216fa42ee05d0" providerId="LiveId" clId="{5A8ABE04-300D-46CD-9942-40B59078845C}" dt="2026-02-24T10:25:12.422" v="35" actId="478"/>
          <ac:picMkLst>
            <pc:docMk/>
            <pc:sldMk cId="4052867476" sldId="271"/>
            <ac:picMk id="5" creationId="{F91FA9DA-3ADF-C7A6-8A8B-48BB5BA91249}"/>
          </ac:picMkLst>
        </pc:picChg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 del">
          <ac:chgData name="Utkarsh Agarwal" userId="7a1216fa42ee05d0" providerId="LiveId" clId="{5A8ABE04-300D-46CD-9942-40B59078845C}" dt="2026-02-25T04:23:30.604" v="41" actId="22"/>
          <ac:picMkLst>
            <pc:docMk/>
            <pc:sldMk cId="2847424223" sldId="273"/>
            <ac:picMk id="5" creationId="{99D68F96-BE38-DA95-6897-47F984B270C5}"/>
          </ac:picMkLst>
        </pc:picChg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2026-02-25T04:42:52Z</dcterms:modified>
</cp:coreProperties>
</file>