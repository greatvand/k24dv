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2-27T03:14:58.483" v="84" actId="22"/>
      <pc:docMkLst>
        <pc:docMk/>
      </pc:docMkLst>
      <pc:sldChg chg="addSp new mod">
        <pc:chgData name="Utkarsh Agarwal" userId="7a1216fa42ee05d0" providerId="LiveId" clId="{5A8ABE04-300D-46CD-9942-40B59078845C}" dt="2026-02-24T09:22:01.805" v="12" actId="22"/>
        <pc:sldMkLst>
          <pc:docMk/>
          <pc:sldMk cId="932212389" sldId="264"/>
        </pc:sldMkLst>
        <pc:picChg chg="add">
          <ac:chgData name="Utkarsh Agarwal" userId="7a1216fa42ee05d0" providerId="LiveId" clId="{5A8ABE04-300D-46CD-9942-40B59078845C}" dt="2026-02-24T09:22:01.805" v="12" actId="22"/>
          <ac:picMkLst>
            <pc:docMk/>
            <pc:sldMk cId="932212389" sldId="264"/>
            <ac:picMk id="5" creationId="{B7145DBE-D461-EB2F-5277-5924B64F8567}"/>
          </ac:picMkLst>
        </pc:picChg>
      </pc:sldChg>
      <pc:sldChg chg="addSp modSp new mod">
        <pc:chgData name="Utkarsh Agarwal" userId="7a1216fa42ee05d0" providerId="LiveId" clId="{5A8ABE04-300D-46CD-9942-40B59078845C}" dt="2026-02-24T09:23:50.112" v="16" actId="1076"/>
        <pc:sldMkLst>
          <pc:docMk/>
          <pc:sldMk cId="763672723" sldId="265"/>
        </pc:sldMkLst>
        <pc:picChg chg="add mod">
          <ac:chgData name="Utkarsh Agarwal" userId="7a1216fa42ee05d0" providerId="LiveId" clId="{5A8ABE04-300D-46CD-9942-40B59078845C}" dt="2026-02-24T09:23:50.112" v="16" actId="1076"/>
          <ac:picMkLst>
            <pc:docMk/>
            <pc:sldMk cId="763672723" sldId="265"/>
            <ac:picMk id="5" creationId="{32C60BA8-764C-D9DD-2130-8DD6A7CE6853}"/>
          </ac:picMkLst>
        </pc:picChg>
      </pc:sldChg>
      <pc:sldChg chg="addSp modSp new mod">
        <pc:chgData name="Utkarsh Agarwal" userId="7a1216fa42ee05d0" providerId="LiveId" clId="{5A8ABE04-300D-46CD-9942-40B59078845C}" dt="2026-02-24T09:25:03.194" v="22" actId="1076"/>
        <pc:sldMkLst>
          <pc:docMk/>
          <pc:sldMk cId="1021939832" sldId="266"/>
        </pc:sldMkLst>
        <pc:picChg chg="add mod">
          <ac:chgData name="Utkarsh Agarwal" userId="7a1216fa42ee05d0" providerId="LiveId" clId="{5A8ABE04-300D-46CD-9942-40B59078845C}" dt="2026-02-24T09:25:03.194" v="22" actId="1076"/>
          <ac:picMkLst>
            <pc:docMk/>
            <pc:sldMk cId="1021939832" sldId="266"/>
            <ac:picMk id="5" creationId="{FC5F52A3-F5EE-72F2-488D-9A14857F6D5A}"/>
          </ac:picMkLst>
        </pc:picChg>
      </pc:sldChg>
      <pc:sldChg chg="addSp new mod">
        <pc:chgData name="Utkarsh Agarwal" userId="7a1216fa42ee05d0" providerId="LiveId" clId="{5A8ABE04-300D-46CD-9942-40B59078845C}" dt="2026-02-24T09:26:53.959" v="24" actId="22"/>
        <pc:sldMkLst>
          <pc:docMk/>
          <pc:sldMk cId="3120667855" sldId="267"/>
        </pc:sldMkLst>
        <pc:picChg chg="add">
          <ac:chgData name="Utkarsh Agarwal" userId="7a1216fa42ee05d0" providerId="LiveId" clId="{5A8ABE04-300D-46CD-9942-40B59078845C}" dt="2026-02-24T09:26:53.959" v="24" actId="22"/>
          <ac:picMkLst>
            <pc:docMk/>
            <pc:sldMk cId="3120667855" sldId="267"/>
            <ac:picMk id="5" creationId="{2F99BFE6-0C6E-F73C-0FB9-5C5BD42E9C14}"/>
          </ac:picMkLst>
        </pc:picChg>
      </pc:sldChg>
      <pc:sldChg chg="addSp new mod">
        <pc:chgData name="Utkarsh Agarwal" userId="7a1216fa42ee05d0" providerId="LiveId" clId="{5A8ABE04-300D-46CD-9942-40B59078845C}" dt="2026-02-24T09:29:11.921" v="26" actId="22"/>
        <pc:sldMkLst>
          <pc:docMk/>
          <pc:sldMk cId="1249795094" sldId="268"/>
        </pc:sldMkLst>
        <pc:picChg chg="add">
          <ac:chgData name="Utkarsh Agarwal" userId="7a1216fa42ee05d0" providerId="LiveId" clId="{5A8ABE04-300D-46CD-9942-40B59078845C}" dt="2026-02-24T09:29:11.921" v="26" actId="22"/>
          <ac:picMkLst>
            <pc:docMk/>
            <pc:sldMk cId="1249795094" sldId="268"/>
            <ac:picMk id="5" creationId="{88506B6F-1BE7-9929-CE59-3A70050207C3}"/>
          </ac:picMkLst>
        </pc:picChg>
      </pc:sldChg>
      <pc:sldChg chg="addSp delSp new mod">
        <pc:chgData name="Utkarsh Agarwal" userId="7a1216fa42ee05d0" providerId="LiveId" clId="{5A8ABE04-300D-46CD-9942-40B59078845C}" dt="2026-02-24T09:35:11.444" v="30" actId="22"/>
        <pc:sldMkLst>
          <pc:docMk/>
          <pc:sldMk cId="2958903663" sldId="269"/>
        </pc:sldMkLst>
        <pc:picChg chg="add">
          <ac:chgData name="Utkarsh Agarwal" userId="7a1216fa42ee05d0" providerId="LiveId" clId="{5A8ABE04-300D-46CD-9942-40B59078845C}" dt="2026-02-24T09:35:11.444" v="30" actId="22"/>
          <ac:picMkLst>
            <pc:docMk/>
            <pc:sldMk cId="2958903663" sldId="269"/>
            <ac:picMk id="7" creationId="{9B674D3F-9081-F31C-9DB7-11E9D569BBAC}"/>
          </ac:picMkLst>
        </pc:picChg>
      </pc:sldChg>
      <pc:sldChg chg="addSp new mod">
        <pc:chgData name="Utkarsh Agarwal" userId="7a1216fa42ee05d0" providerId="LiveId" clId="{5A8ABE04-300D-46CD-9942-40B59078845C}" dt="2026-02-24T10:21:45.817" v="32" actId="22"/>
        <pc:sldMkLst>
          <pc:docMk/>
          <pc:sldMk cId="3087252189" sldId="270"/>
        </pc:sldMkLst>
        <pc:picChg chg="add">
          <ac:chgData name="Utkarsh Agarwal" userId="7a1216fa42ee05d0" providerId="LiveId" clId="{5A8ABE04-300D-46CD-9942-40B59078845C}" dt="2026-02-24T10:21:45.817" v="32" actId="22"/>
          <ac:picMkLst>
            <pc:docMk/>
            <pc:sldMk cId="3087252189" sldId="270"/>
            <ac:picMk id="5" creationId="{D4B78B7D-E88F-886C-7BDD-519577907FD5}"/>
          </ac:picMkLst>
        </pc:picChg>
      </pc:sldChg>
      <pc:sldChg chg="addSp delSp new mod">
        <pc:chgData name="Utkarsh Agarwal" userId="7a1216fa42ee05d0" providerId="LiveId" clId="{5A8ABE04-300D-46CD-9942-40B59078845C}" dt="2026-02-24T10:25:13.526" v="36" actId="22"/>
        <pc:sldMkLst>
          <pc:docMk/>
          <pc:sldMk cId="4052867476" sldId="271"/>
        </pc:sldMkLst>
        <pc:picChg chg="add">
          <ac:chgData name="Utkarsh Agarwal" userId="7a1216fa42ee05d0" providerId="LiveId" clId="{5A8ABE04-300D-46CD-9942-40B59078845C}" dt="2026-02-24T10:25:13.526" v="36" actId="22"/>
          <ac:picMkLst>
            <pc:docMk/>
            <pc:sldMk cId="4052867476" sldId="271"/>
            <ac:picMk id="7" creationId="{40C3D7CE-1E0A-6F15-2DAF-2332FE6E5D3A}"/>
          </ac:picMkLst>
        </pc:picChg>
      </pc:sldChg>
      <pc:sldChg chg="addSp new mod">
        <pc:chgData name="Utkarsh Agarwal" userId="7a1216fa42ee05d0" providerId="LiveId" clId="{5A8ABE04-300D-46CD-9942-40B59078845C}" dt="2026-02-25T04:11:06.044" v="38" actId="22"/>
        <pc:sldMkLst>
          <pc:docMk/>
          <pc:sldMk cId="4058371617" sldId="272"/>
        </pc:sldMkLst>
        <pc:picChg chg="add">
          <ac:chgData name="Utkarsh Agarwal" userId="7a1216fa42ee05d0" providerId="LiveId" clId="{5A8ABE04-300D-46CD-9942-40B59078845C}" dt="2026-02-25T04:11:06.044" v="38" actId="22"/>
          <ac:picMkLst>
            <pc:docMk/>
            <pc:sldMk cId="4058371617" sldId="272"/>
            <ac:picMk id="5" creationId="{673ACFE8-17CD-2C34-9C43-74B321504FA5}"/>
          </ac:picMkLst>
        </pc:picChg>
      </pc:sldChg>
      <pc:sldChg chg="addSp delSp new mod">
        <pc:chgData name="Utkarsh Agarwal" userId="7a1216fa42ee05d0" providerId="LiveId" clId="{5A8ABE04-300D-46CD-9942-40B59078845C}" dt="2026-02-25T04:23:31.783" v="42" actId="22"/>
        <pc:sldMkLst>
          <pc:docMk/>
          <pc:sldMk cId="2847424223" sldId="273"/>
        </pc:sldMkLst>
        <pc:picChg chg="add">
          <ac:chgData name="Utkarsh Agarwal" userId="7a1216fa42ee05d0" providerId="LiveId" clId="{5A8ABE04-300D-46CD-9942-40B59078845C}" dt="2026-02-25T04:23:31.783" v="42" actId="22"/>
          <ac:picMkLst>
            <pc:docMk/>
            <pc:sldMk cId="2847424223" sldId="273"/>
            <ac:picMk id="7" creationId="{0E63C183-9C90-56C9-0ADE-CEEEB5403889}"/>
          </ac:picMkLst>
        </pc:picChg>
      </pc:sldChg>
      <pc:sldChg chg="addSp new mod">
        <pc:chgData name="Utkarsh Agarwal" userId="7a1216fa42ee05d0" providerId="LiveId" clId="{5A8ABE04-300D-46CD-9942-40B59078845C}" dt="2026-02-25T04:35:17.641" v="44" actId="22"/>
        <pc:sldMkLst>
          <pc:docMk/>
          <pc:sldMk cId="4131111818" sldId="274"/>
        </pc:sldMkLst>
        <pc:picChg chg="add">
          <ac:chgData name="Utkarsh Agarwal" userId="7a1216fa42ee05d0" providerId="LiveId" clId="{5A8ABE04-300D-46CD-9942-40B59078845C}" dt="2026-02-25T04:35:17.641" v="44" actId="22"/>
          <ac:picMkLst>
            <pc:docMk/>
            <pc:sldMk cId="4131111818" sldId="274"/>
            <ac:picMk id="5" creationId="{D284421A-B797-2DEC-5FB7-4B5C7B6AE28D}"/>
          </ac:picMkLst>
        </pc:picChg>
      </pc:sldChg>
      <pc:sldChg chg="addSp new mod">
        <pc:chgData name="Utkarsh Agarwal" userId="7a1216fa42ee05d0" providerId="LiveId" clId="{5A8ABE04-300D-46CD-9942-40B59078845C}" dt="2026-02-25T04:42:42.310" v="46" actId="22"/>
        <pc:sldMkLst>
          <pc:docMk/>
          <pc:sldMk cId="802882285" sldId="275"/>
        </pc:sldMkLst>
        <pc:picChg chg="add">
          <ac:chgData name="Utkarsh Agarwal" userId="7a1216fa42ee05d0" providerId="LiveId" clId="{5A8ABE04-300D-46CD-9942-40B59078845C}" dt="2026-02-25T04:42:42.310" v="46" actId="22"/>
          <ac:picMkLst>
            <pc:docMk/>
            <pc:sldMk cId="802882285" sldId="275"/>
            <ac:picMk id="5" creationId="{5EC8EF0E-7042-97DC-6F81-8906D2860121}"/>
          </ac:picMkLst>
        </pc:picChg>
      </pc:sldChg>
      <pc:sldChg chg="addSp new mod">
        <pc:chgData name="Utkarsh Agarwal" userId="7a1216fa42ee05d0" providerId="LiveId" clId="{5A8ABE04-300D-46CD-9942-40B59078845C}" dt="2026-02-25T19:16:09.244" v="48" actId="22"/>
        <pc:sldMkLst>
          <pc:docMk/>
          <pc:sldMk cId="1606162329" sldId="276"/>
        </pc:sldMkLst>
        <pc:picChg chg="add">
          <ac:chgData name="Utkarsh Agarwal" userId="7a1216fa42ee05d0" providerId="LiveId" clId="{5A8ABE04-300D-46CD-9942-40B59078845C}" dt="2026-02-25T19:16:09.244" v="48" actId="22"/>
          <ac:picMkLst>
            <pc:docMk/>
            <pc:sldMk cId="1606162329" sldId="276"/>
            <ac:picMk id="5" creationId="{92FD361B-35CC-57AA-D045-FFB37DE2DAA6}"/>
          </ac:picMkLst>
        </pc:picChg>
      </pc:sldChg>
      <pc:sldChg chg="addSp new mod">
        <pc:chgData name="Utkarsh Agarwal" userId="7a1216fa42ee05d0" providerId="LiveId" clId="{5A8ABE04-300D-46CD-9942-40B59078845C}" dt="2026-02-25T19:32:14.265" v="50" actId="22"/>
        <pc:sldMkLst>
          <pc:docMk/>
          <pc:sldMk cId="87140329" sldId="277"/>
        </pc:sldMkLst>
        <pc:picChg chg="add">
          <ac:chgData name="Utkarsh Agarwal" userId="7a1216fa42ee05d0" providerId="LiveId" clId="{5A8ABE04-300D-46CD-9942-40B59078845C}" dt="2026-02-25T19:32:14.265" v="50" actId="22"/>
          <ac:picMkLst>
            <pc:docMk/>
            <pc:sldMk cId="87140329" sldId="277"/>
            <ac:picMk id="5" creationId="{1F00F370-7775-CC7D-205D-09AC24718BD1}"/>
          </ac:picMkLst>
        </pc:picChg>
      </pc:sldChg>
      <pc:sldChg chg="addSp new mod">
        <pc:chgData name="Utkarsh Agarwal" userId="7a1216fa42ee05d0" providerId="LiveId" clId="{5A8ABE04-300D-46CD-9942-40B59078845C}" dt="2026-02-25T19:35:32.325" v="52" actId="22"/>
        <pc:sldMkLst>
          <pc:docMk/>
          <pc:sldMk cId="4107806752" sldId="278"/>
        </pc:sldMkLst>
        <pc:picChg chg="add">
          <ac:chgData name="Utkarsh Agarwal" userId="7a1216fa42ee05d0" providerId="LiveId" clId="{5A8ABE04-300D-46CD-9942-40B59078845C}" dt="2026-02-25T19:35:32.325" v="52" actId="22"/>
          <ac:picMkLst>
            <pc:docMk/>
            <pc:sldMk cId="4107806752" sldId="278"/>
            <ac:picMk id="5" creationId="{16E924CC-641C-1A8F-18ED-FEB374FFCEA1}"/>
          </ac:picMkLst>
        </pc:picChg>
      </pc:sldChg>
      <pc:sldChg chg="addSp delSp modSp new mod">
        <pc:chgData name="Utkarsh Agarwal" userId="7a1216fa42ee05d0" providerId="LiveId" clId="{5A8ABE04-300D-46CD-9942-40B59078845C}" dt="2026-02-25T19:46:13.675" v="62" actId="22"/>
        <pc:sldMkLst>
          <pc:docMk/>
          <pc:sldMk cId="2307925107" sldId="279"/>
        </pc:sldMkLst>
        <pc:picChg chg="add">
          <ac:chgData name="Utkarsh Agarwal" userId="7a1216fa42ee05d0" providerId="LiveId" clId="{5A8ABE04-300D-46CD-9942-40B59078845C}" dt="2026-02-25T19:46:13.675" v="62" actId="22"/>
          <ac:picMkLst>
            <pc:docMk/>
            <pc:sldMk cId="2307925107" sldId="279"/>
            <ac:picMk id="10" creationId="{60DAEFAD-BD0A-8C12-978E-1084FD0354F0}"/>
          </ac:picMkLst>
        </pc:picChg>
      </pc:sldChg>
      <pc:sldChg chg="addSp new mod">
        <pc:chgData name="Utkarsh Agarwal" userId="7a1216fa42ee05d0" providerId="LiveId" clId="{5A8ABE04-300D-46CD-9942-40B59078845C}" dt="2026-02-25T20:02:31.583" v="64" actId="22"/>
        <pc:sldMkLst>
          <pc:docMk/>
          <pc:sldMk cId="1029022862" sldId="280"/>
        </pc:sldMkLst>
        <pc:picChg chg="add">
          <ac:chgData name="Utkarsh Agarwal" userId="7a1216fa42ee05d0" providerId="LiveId" clId="{5A8ABE04-300D-46CD-9942-40B59078845C}" dt="2026-02-25T20:02:31.583" v="64" actId="22"/>
          <ac:picMkLst>
            <pc:docMk/>
            <pc:sldMk cId="1029022862" sldId="280"/>
            <ac:picMk id="5" creationId="{C86E6159-4E73-D540-139E-BF13304BFD9C}"/>
          </ac:picMkLst>
        </pc:picChg>
      </pc:sldChg>
      <pc:sldChg chg="addSp new mod">
        <pc:chgData name="Utkarsh Agarwal" userId="7a1216fa42ee05d0" providerId="LiveId" clId="{5A8ABE04-300D-46CD-9942-40B59078845C}" dt="2026-02-25T20:13:00.397" v="66" actId="22"/>
        <pc:sldMkLst>
          <pc:docMk/>
          <pc:sldMk cId="2833160086" sldId="281"/>
        </pc:sldMkLst>
        <pc:picChg chg="add">
          <ac:chgData name="Utkarsh Agarwal" userId="7a1216fa42ee05d0" providerId="LiveId" clId="{5A8ABE04-300D-46CD-9942-40B59078845C}" dt="2026-02-25T20:13:00.397" v="66" actId="22"/>
          <ac:picMkLst>
            <pc:docMk/>
            <pc:sldMk cId="2833160086" sldId="281"/>
            <ac:picMk id="5" creationId="{A909B7F6-F843-897A-8A86-26EC2B438C5C}"/>
          </ac:picMkLst>
        </pc:picChg>
      </pc:sldChg>
      <pc:sldChg chg="addSp new mod">
        <pc:chgData name="Utkarsh Agarwal" userId="7a1216fa42ee05d0" providerId="LiveId" clId="{5A8ABE04-300D-46CD-9942-40B59078845C}" dt="2026-02-25T20:19:16.844" v="68" actId="22"/>
        <pc:sldMkLst>
          <pc:docMk/>
          <pc:sldMk cId="2350703802" sldId="282"/>
        </pc:sldMkLst>
        <pc:picChg chg="add">
          <ac:chgData name="Utkarsh Agarwal" userId="7a1216fa42ee05d0" providerId="LiveId" clId="{5A8ABE04-300D-46CD-9942-40B59078845C}" dt="2026-02-25T20:19:16.844" v="68" actId="22"/>
          <ac:picMkLst>
            <pc:docMk/>
            <pc:sldMk cId="2350703802" sldId="282"/>
            <ac:picMk id="5" creationId="{99095190-5DC8-0F73-6865-B0E2474CC041}"/>
          </ac:picMkLst>
        </pc:picChg>
      </pc:sldChg>
      <pc:sldChg chg="addSp new mod">
        <pc:chgData name="Utkarsh Agarwal" userId="7a1216fa42ee05d0" providerId="LiveId" clId="{5A8ABE04-300D-46CD-9942-40B59078845C}" dt="2026-02-25T20:22:05.745" v="70" actId="22"/>
        <pc:sldMkLst>
          <pc:docMk/>
          <pc:sldMk cId="1896067167" sldId="283"/>
        </pc:sldMkLst>
        <pc:picChg chg="add">
          <ac:chgData name="Utkarsh Agarwal" userId="7a1216fa42ee05d0" providerId="LiveId" clId="{5A8ABE04-300D-46CD-9942-40B59078845C}" dt="2026-02-25T20:22:05.745" v="70" actId="22"/>
          <ac:picMkLst>
            <pc:docMk/>
            <pc:sldMk cId="1896067167" sldId="283"/>
            <ac:picMk id="5" creationId="{34029668-513E-DB31-2A1C-390FD89DF96E}"/>
          </ac:picMkLst>
        </pc:picChg>
      </pc:sldChg>
      <pc:sldChg chg="addSp new mod">
        <pc:chgData name="Utkarsh Agarwal" userId="7a1216fa42ee05d0" providerId="LiveId" clId="{5A8ABE04-300D-46CD-9942-40B59078845C}" dt="2026-02-27T00:49:12.488" v="72" actId="22"/>
        <pc:sldMkLst>
          <pc:docMk/>
          <pc:sldMk cId="1938526419" sldId="284"/>
        </pc:sldMkLst>
        <pc:picChg chg="add">
          <ac:chgData name="Utkarsh Agarwal" userId="7a1216fa42ee05d0" providerId="LiveId" clId="{5A8ABE04-300D-46CD-9942-40B59078845C}" dt="2026-02-27T00:49:12.488" v="72" actId="22"/>
          <ac:picMkLst>
            <pc:docMk/>
            <pc:sldMk cId="1938526419" sldId="284"/>
            <ac:picMk id="5" creationId="{F729B81E-365F-334D-7213-DED27CF6A2CE}"/>
          </ac:picMkLst>
        </pc:picChg>
      </pc:sldChg>
      <pc:sldChg chg="addSp new mod">
        <pc:chgData name="Utkarsh Agarwal" userId="7a1216fa42ee05d0" providerId="LiveId" clId="{5A8ABE04-300D-46CD-9942-40B59078845C}" dt="2026-02-27T00:50:48.300" v="74" actId="22"/>
        <pc:sldMkLst>
          <pc:docMk/>
          <pc:sldMk cId="421726673" sldId="285"/>
        </pc:sldMkLst>
        <pc:picChg chg="add">
          <ac:chgData name="Utkarsh Agarwal" userId="7a1216fa42ee05d0" providerId="LiveId" clId="{5A8ABE04-300D-46CD-9942-40B59078845C}" dt="2026-02-27T00:50:48.300" v="74" actId="22"/>
          <ac:picMkLst>
            <pc:docMk/>
            <pc:sldMk cId="421726673" sldId="285"/>
            <ac:picMk id="5" creationId="{B2E22780-F4DF-2E29-156E-6A4A5FA351AB}"/>
          </ac:picMkLst>
        </pc:picChg>
      </pc:sldChg>
      <pc:sldChg chg="addSp new mod">
        <pc:chgData name="Utkarsh Agarwal" userId="7a1216fa42ee05d0" providerId="LiveId" clId="{5A8ABE04-300D-46CD-9942-40B59078845C}" dt="2026-02-27T00:52:12.407" v="76" actId="22"/>
        <pc:sldMkLst>
          <pc:docMk/>
          <pc:sldMk cId="621368496" sldId="286"/>
        </pc:sldMkLst>
        <pc:picChg chg="add">
          <ac:chgData name="Utkarsh Agarwal" userId="7a1216fa42ee05d0" providerId="LiveId" clId="{5A8ABE04-300D-46CD-9942-40B59078845C}" dt="2026-02-27T00:52:12.407" v="76" actId="22"/>
          <ac:picMkLst>
            <pc:docMk/>
            <pc:sldMk cId="621368496" sldId="286"/>
            <ac:picMk id="5" creationId="{E993B978-FB53-4C79-B789-B3D41599BA62}"/>
          </ac:picMkLst>
        </pc:picChg>
      </pc:sldChg>
      <pc:sldChg chg="addSp new mod">
        <pc:chgData name="Utkarsh Agarwal" userId="7a1216fa42ee05d0" providerId="LiveId" clId="{5A8ABE04-300D-46CD-9942-40B59078845C}" dt="2026-02-27T01:13:59.192" v="78" actId="22"/>
        <pc:sldMkLst>
          <pc:docMk/>
          <pc:sldMk cId="2360867832" sldId="287"/>
        </pc:sldMkLst>
        <pc:picChg chg="add">
          <ac:chgData name="Utkarsh Agarwal" userId="7a1216fa42ee05d0" providerId="LiveId" clId="{5A8ABE04-300D-46CD-9942-40B59078845C}" dt="2026-02-27T01:13:59.192" v="78" actId="22"/>
          <ac:picMkLst>
            <pc:docMk/>
            <pc:sldMk cId="2360867832" sldId="287"/>
            <ac:picMk id="5" creationId="{448CC76D-D9C0-F494-BD89-16E283E438C6}"/>
          </ac:picMkLst>
        </pc:picChg>
      </pc:sldChg>
      <pc:sldChg chg="addSp new mod">
        <pc:chgData name="Utkarsh Agarwal" userId="7a1216fa42ee05d0" providerId="LiveId" clId="{5A8ABE04-300D-46CD-9942-40B59078845C}" dt="2026-02-27T01:18:56.100" v="80" actId="22"/>
        <pc:sldMkLst>
          <pc:docMk/>
          <pc:sldMk cId="2938857138" sldId="288"/>
        </pc:sldMkLst>
        <pc:picChg chg="add">
          <ac:chgData name="Utkarsh Agarwal" userId="7a1216fa42ee05d0" providerId="LiveId" clId="{5A8ABE04-300D-46CD-9942-40B59078845C}" dt="2026-02-27T01:18:56.100" v="80" actId="22"/>
          <ac:picMkLst>
            <pc:docMk/>
            <pc:sldMk cId="2938857138" sldId="288"/>
            <ac:picMk id="5" creationId="{A03C8194-8AF8-C32B-B7A5-B27DB2EEBEB9}"/>
          </ac:picMkLst>
        </pc:picChg>
      </pc:sldChg>
      <pc:sldChg chg="addSp new mod">
        <pc:chgData name="Utkarsh Agarwal" userId="7a1216fa42ee05d0" providerId="LiveId" clId="{5A8ABE04-300D-46CD-9942-40B59078845C}" dt="2026-02-27T01:24:27.117" v="82" actId="22"/>
        <pc:sldMkLst>
          <pc:docMk/>
          <pc:sldMk cId="3463441089" sldId="289"/>
        </pc:sldMkLst>
        <pc:picChg chg="add">
          <ac:chgData name="Utkarsh Agarwal" userId="7a1216fa42ee05d0" providerId="LiveId" clId="{5A8ABE04-300D-46CD-9942-40B59078845C}" dt="2026-02-27T01:24:27.117" v="82" actId="22"/>
          <ac:picMkLst>
            <pc:docMk/>
            <pc:sldMk cId="3463441089" sldId="289"/>
            <ac:picMk id="5" creationId="{41755359-3A42-2751-8B6C-6A6FDC6B76C1}"/>
          </ac:picMkLst>
        </pc:picChg>
      </pc:sldChg>
      <pc:sldChg chg="addSp new mod">
        <pc:chgData name="Utkarsh Agarwal" userId="7a1216fa42ee05d0" providerId="LiveId" clId="{5A8ABE04-300D-46CD-9942-40B59078845C}" dt="2026-02-27T03:14:58.483" v="84" actId="22"/>
        <pc:sldMkLst>
          <pc:docMk/>
          <pc:sldMk cId="3855865765" sldId="290"/>
        </pc:sldMkLst>
        <pc:picChg chg="add">
          <ac:chgData name="Utkarsh Agarwal" userId="7a1216fa42ee05d0" providerId="LiveId" clId="{5A8ABE04-300D-46CD-9942-40B59078845C}" dt="2026-02-27T03:14:58.483" v="84" actId="22"/>
          <ac:picMkLst>
            <pc:docMk/>
            <pc:sldMk cId="3855865765" sldId="290"/>
            <ac:picMk id="5" creationId="{9492C129-3810-64C8-4B0F-469DC5D9E91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27-02-2026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EED5-A59E-F2BB-F2EA-5C0CB4C1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62956-6778-1812-C9E6-ED91434A6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9B81E-365F-334D-7213-DED27CF6A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86" y="0"/>
            <a:ext cx="101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526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7007-35C7-B8D6-776B-C430E3F1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403BF-0C68-E984-6971-C97A05538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E22780-F4DF-2E29-156E-6A4A5FA3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8" y="0"/>
            <a:ext cx="10964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C7FB-AD3A-642C-C449-4A716D89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EAF01-B3B8-55DE-EE0E-7727F1628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B978-FB53-4C79-B789-B3D41599B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172" y="0"/>
            <a:ext cx="9637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68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9E5C-326F-90BF-3F14-5271E37C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832D-7873-9B3F-EE91-E758F777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8CC76D-D9C0-F494-BD89-16E283E43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8" y="104311"/>
            <a:ext cx="11745964" cy="664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67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0543-0B76-ABF8-A107-6A688987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DA3B-11A9-6907-4B79-4FC3DBEC2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C8194-8AF8-C32B-B7A5-B27DB2EEB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28" y="0"/>
            <a:ext cx="9581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85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C8AA-D74C-9B34-C559-BE99AA8A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92374-D213-0CDE-0939-3011D261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55359-3A42-2751-8B6C-6A6FDC6B7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000"/>
            <a:ext cx="12192000" cy="4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41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00640-544E-EDF1-9AF2-156B5F0B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AE01F-263E-7018-D5DF-2170E6F75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2C129-3810-64C8-4B0F-469DC5D9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65" y="356759"/>
            <a:ext cx="11784070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65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</TotalTime>
  <Words>0</Words>
  <Application>Microsoft Office PowerPoint</Application>
  <PresentationFormat>Widescreen</PresentationFormat>
  <Paragraphs>0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2026-02-27T03:15:08Z</dcterms:modified>
</cp:coreProperties>
</file>