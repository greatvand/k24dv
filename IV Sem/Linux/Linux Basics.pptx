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3-12T01:32:23.386" v="114" actId="1076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  <pc:sldChg chg="addSp new mod">
        <pc:chgData name="Utkarsh Agarwal" userId="7a1216fa42ee05d0" providerId="LiveId" clId="{5A8ABE04-300D-46CD-9942-40B59078845C}" dt="2026-02-25T19:16:09.244" v="48" actId="22"/>
        <pc:sldMkLst>
          <pc:docMk/>
          <pc:sldMk cId="1606162329" sldId="276"/>
        </pc:sldMkLst>
        <pc:picChg chg="add">
          <ac:chgData name="Utkarsh Agarwal" userId="7a1216fa42ee05d0" providerId="LiveId" clId="{5A8ABE04-300D-46CD-9942-40B59078845C}" dt="2026-02-25T19:16:09.244" v="48" actId="22"/>
          <ac:picMkLst>
            <pc:docMk/>
            <pc:sldMk cId="1606162329" sldId="276"/>
            <ac:picMk id="5" creationId="{92FD361B-35CC-57AA-D045-FFB37DE2DAA6}"/>
          </ac:picMkLst>
        </pc:picChg>
      </pc:sldChg>
      <pc:sldChg chg="addSp new mod">
        <pc:chgData name="Utkarsh Agarwal" userId="7a1216fa42ee05d0" providerId="LiveId" clId="{5A8ABE04-300D-46CD-9942-40B59078845C}" dt="2026-02-25T19:32:14.265" v="50" actId="22"/>
        <pc:sldMkLst>
          <pc:docMk/>
          <pc:sldMk cId="87140329" sldId="277"/>
        </pc:sldMkLst>
        <pc:picChg chg="add">
          <ac:chgData name="Utkarsh Agarwal" userId="7a1216fa42ee05d0" providerId="LiveId" clId="{5A8ABE04-300D-46CD-9942-40B59078845C}" dt="2026-02-25T19:32:14.265" v="50" actId="22"/>
          <ac:picMkLst>
            <pc:docMk/>
            <pc:sldMk cId="87140329" sldId="277"/>
            <ac:picMk id="5" creationId="{1F00F370-7775-CC7D-205D-09AC24718BD1}"/>
          </ac:picMkLst>
        </pc:picChg>
      </pc:sldChg>
      <pc:sldChg chg="addSp new mod">
        <pc:chgData name="Utkarsh Agarwal" userId="7a1216fa42ee05d0" providerId="LiveId" clId="{5A8ABE04-300D-46CD-9942-40B59078845C}" dt="2026-02-25T19:35:32.325" v="52" actId="22"/>
        <pc:sldMkLst>
          <pc:docMk/>
          <pc:sldMk cId="4107806752" sldId="278"/>
        </pc:sldMkLst>
        <pc:picChg chg="add">
          <ac:chgData name="Utkarsh Agarwal" userId="7a1216fa42ee05d0" providerId="LiveId" clId="{5A8ABE04-300D-46CD-9942-40B59078845C}" dt="2026-02-25T19:35:32.325" v="52" actId="22"/>
          <ac:picMkLst>
            <pc:docMk/>
            <pc:sldMk cId="4107806752" sldId="278"/>
            <ac:picMk id="5" creationId="{16E924CC-641C-1A8F-18ED-FEB374FFCEA1}"/>
          </ac:picMkLst>
        </pc:picChg>
      </pc:sldChg>
      <pc:sldChg chg="addSp delSp modSp new mod">
        <pc:chgData name="Utkarsh Agarwal" userId="7a1216fa42ee05d0" providerId="LiveId" clId="{5A8ABE04-300D-46CD-9942-40B59078845C}" dt="2026-02-25T19:46:13.675" v="62" actId="22"/>
        <pc:sldMkLst>
          <pc:docMk/>
          <pc:sldMk cId="2307925107" sldId="279"/>
        </pc:sldMkLst>
        <pc:picChg chg="add">
          <ac:chgData name="Utkarsh Agarwal" userId="7a1216fa42ee05d0" providerId="LiveId" clId="{5A8ABE04-300D-46CD-9942-40B59078845C}" dt="2026-02-25T19:46:13.675" v="62" actId="22"/>
          <ac:picMkLst>
            <pc:docMk/>
            <pc:sldMk cId="2307925107" sldId="279"/>
            <ac:picMk id="10" creationId="{60DAEFAD-BD0A-8C12-978E-1084FD0354F0}"/>
          </ac:picMkLst>
        </pc:picChg>
      </pc:sldChg>
      <pc:sldChg chg="addSp new mod">
        <pc:chgData name="Utkarsh Agarwal" userId="7a1216fa42ee05d0" providerId="LiveId" clId="{5A8ABE04-300D-46CD-9942-40B59078845C}" dt="2026-02-25T20:02:31.583" v="64" actId="22"/>
        <pc:sldMkLst>
          <pc:docMk/>
          <pc:sldMk cId="1029022862" sldId="280"/>
        </pc:sldMkLst>
        <pc:picChg chg="add">
          <ac:chgData name="Utkarsh Agarwal" userId="7a1216fa42ee05d0" providerId="LiveId" clId="{5A8ABE04-300D-46CD-9942-40B59078845C}" dt="2026-02-25T20:02:31.583" v="64" actId="22"/>
          <ac:picMkLst>
            <pc:docMk/>
            <pc:sldMk cId="1029022862" sldId="280"/>
            <ac:picMk id="5" creationId="{C86E6159-4E73-D540-139E-BF13304BFD9C}"/>
          </ac:picMkLst>
        </pc:picChg>
      </pc:sldChg>
      <pc:sldChg chg="addSp new mod">
        <pc:chgData name="Utkarsh Agarwal" userId="7a1216fa42ee05d0" providerId="LiveId" clId="{5A8ABE04-300D-46CD-9942-40B59078845C}" dt="2026-02-25T20:13:00.397" v="66" actId="22"/>
        <pc:sldMkLst>
          <pc:docMk/>
          <pc:sldMk cId="2833160086" sldId="281"/>
        </pc:sldMkLst>
        <pc:picChg chg="add">
          <ac:chgData name="Utkarsh Agarwal" userId="7a1216fa42ee05d0" providerId="LiveId" clId="{5A8ABE04-300D-46CD-9942-40B59078845C}" dt="2026-02-25T20:13:00.397" v="66" actId="22"/>
          <ac:picMkLst>
            <pc:docMk/>
            <pc:sldMk cId="2833160086" sldId="281"/>
            <ac:picMk id="5" creationId="{A909B7F6-F843-897A-8A86-26EC2B438C5C}"/>
          </ac:picMkLst>
        </pc:picChg>
      </pc:sldChg>
      <pc:sldChg chg="addSp new mod">
        <pc:chgData name="Utkarsh Agarwal" userId="7a1216fa42ee05d0" providerId="LiveId" clId="{5A8ABE04-300D-46CD-9942-40B59078845C}" dt="2026-02-25T20:19:16.844" v="68" actId="22"/>
        <pc:sldMkLst>
          <pc:docMk/>
          <pc:sldMk cId="2350703802" sldId="282"/>
        </pc:sldMkLst>
        <pc:picChg chg="add">
          <ac:chgData name="Utkarsh Agarwal" userId="7a1216fa42ee05d0" providerId="LiveId" clId="{5A8ABE04-300D-46CD-9942-40B59078845C}" dt="2026-02-25T20:19:16.844" v="68" actId="22"/>
          <ac:picMkLst>
            <pc:docMk/>
            <pc:sldMk cId="2350703802" sldId="282"/>
            <ac:picMk id="5" creationId="{99095190-5DC8-0F73-6865-B0E2474CC041}"/>
          </ac:picMkLst>
        </pc:picChg>
      </pc:sldChg>
      <pc:sldChg chg="addSp new mod">
        <pc:chgData name="Utkarsh Agarwal" userId="7a1216fa42ee05d0" providerId="LiveId" clId="{5A8ABE04-300D-46CD-9942-40B59078845C}" dt="2026-02-25T20:22:05.745" v="70" actId="22"/>
        <pc:sldMkLst>
          <pc:docMk/>
          <pc:sldMk cId="1896067167" sldId="283"/>
        </pc:sldMkLst>
        <pc:picChg chg="add">
          <ac:chgData name="Utkarsh Agarwal" userId="7a1216fa42ee05d0" providerId="LiveId" clId="{5A8ABE04-300D-46CD-9942-40B59078845C}" dt="2026-02-25T20:22:05.745" v="70" actId="22"/>
          <ac:picMkLst>
            <pc:docMk/>
            <pc:sldMk cId="1896067167" sldId="283"/>
            <ac:picMk id="5" creationId="{34029668-513E-DB31-2A1C-390FD89DF96E}"/>
          </ac:picMkLst>
        </pc:picChg>
      </pc:sldChg>
      <pc:sldChg chg="addSp new mod">
        <pc:chgData name="Utkarsh Agarwal" userId="7a1216fa42ee05d0" providerId="LiveId" clId="{5A8ABE04-300D-46CD-9942-40B59078845C}" dt="2026-02-27T00:49:12.488" v="72" actId="22"/>
        <pc:sldMkLst>
          <pc:docMk/>
          <pc:sldMk cId="1938526419" sldId="284"/>
        </pc:sldMkLst>
        <pc:picChg chg="add">
          <ac:chgData name="Utkarsh Agarwal" userId="7a1216fa42ee05d0" providerId="LiveId" clId="{5A8ABE04-300D-46CD-9942-40B59078845C}" dt="2026-02-27T00:49:12.488" v="72" actId="22"/>
          <ac:picMkLst>
            <pc:docMk/>
            <pc:sldMk cId="1938526419" sldId="284"/>
            <ac:picMk id="5" creationId="{F729B81E-365F-334D-7213-DED27CF6A2CE}"/>
          </ac:picMkLst>
        </pc:picChg>
      </pc:sldChg>
      <pc:sldChg chg="addSp new mod">
        <pc:chgData name="Utkarsh Agarwal" userId="7a1216fa42ee05d0" providerId="LiveId" clId="{5A8ABE04-300D-46CD-9942-40B59078845C}" dt="2026-02-27T00:50:48.300" v="74" actId="22"/>
        <pc:sldMkLst>
          <pc:docMk/>
          <pc:sldMk cId="421726673" sldId="285"/>
        </pc:sldMkLst>
        <pc:picChg chg="add">
          <ac:chgData name="Utkarsh Agarwal" userId="7a1216fa42ee05d0" providerId="LiveId" clId="{5A8ABE04-300D-46CD-9942-40B59078845C}" dt="2026-02-27T00:50:48.300" v="74" actId="22"/>
          <ac:picMkLst>
            <pc:docMk/>
            <pc:sldMk cId="421726673" sldId="285"/>
            <ac:picMk id="5" creationId="{B2E22780-F4DF-2E29-156E-6A4A5FA351AB}"/>
          </ac:picMkLst>
        </pc:picChg>
      </pc:sldChg>
      <pc:sldChg chg="addSp new mod">
        <pc:chgData name="Utkarsh Agarwal" userId="7a1216fa42ee05d0" providerId="LiveId" clId="{5A8ABE04-300D-46CD-9942-40B59078845C}" dt="2026-02-27T00:52:12.407" v="76" actId="22"/>
        <pc:sldMkLst>
          <pc:docMk/>
          <pc:sldMk cId="621368496" sldId="286"/>
        </pc:sldMkLst>
        <pc:picChg chg="add">
          <ac:chgData name="Utkarsh Agarwal" userId="7a1216fa42ee05d0" providerId="LiveId" clId="{5A8ABE04-300D-46CD-9942-40B59078845C}" dt="2026-02-27T00:52:12.407" v="76" actId="22"/>
          <ac:picMkLst>
            <pc:docMk/>
            <pc:sldMk cId="621368496" sldId="286"/>
            <ac:picMk id="5" creationId="{E993B978-FB53-4C79-B789-B3D41599BA62}"/>
          </ac:picMkLst>
        </pc:picChg>
      </pc:sldChg>
      <pc:sldChg chg="addSp new mod">
        <pc:chgData name="Utkarsh Agarwal" userId="7a1216fa42ee05d0" providerId="LiveId" clId="{5A8ABE04-300D-46CD-9942-40B59078845C}" dt="2026-02-27T01:13:59.192" v="78" actId="22"/>
        <pc:sldMkLst>
          <pc:docMk/>
          <pc:sldMk cId="2360867832" sldId="287"/>
        </pc:sldMkLst>
        <pc:picChg chg="add">
          <ac:chgData name="Utkarsh Agarwal" userId="7a1216fa42ee05d0" providerId="LiveId" clId="{5A8ABE04-300D-46CD-9942-40B59078845C}" dt="2026-02-27T01:13:59.192" v="78" actId="22"/>
          <ac:picMkLst>
            <pc:docMk/>
            <pc:sldMk cId="2360867832" sldId="287"/>
            <ac:picMk id="5" creationId="{448CC76D-D9C0-F494-BD89-16E283E438C6}"/>
          </ac:picMkLst>
        </pc:picChg>
      </pc:sldChg>
      <pc:sldChg chg="addSp new mod">
        <pc:chgData name="Utkarsh Agarwal" userId="7a1216fa42ee05d0" providerId="LiveId" clId="{5A8ABE04-300D-46CD-9942-40B59078845C}" dt="2026-02-27T01:18:56.100" v="80" actId="22"/>
        <pc:sldMkLst>
          <pc:docMk/>
          <pc:sldMk cId="2938857138" sldId="288"/>
        </pc:sldMkLst>
        <pc:picChg chg="add">
          <ac:chgData name="Utkarsh Agarwal" userId="7a1216fa42ee05d0" providerId="LiveId" clId="{5A8ABE04-300D-46CD-9942-40B59078845C}" dt="2026-02-27T01:18:56.100" v="80" actId="22"/>
          <ac:picMkLst>
            <pc:docMk/>
            <pc:sldMk cId="2938857138" sldId="288"/>
            <ac:picMk id="5" creationId="{A03C8194-8AF8-C32B-B7A5-B27DB2EEBEB9}"/>
          </ac:picMkLst>
        </pc:picChg>
      </pc:sldChg>
      <pc:sldChg chg="addSp new mod">
        <pc:chgData name="Utkarsh Agarwal" userId="7a1216fa42ee05d0" providerId="LiveId" clId="{5A8ABE04-300D-46CD-9942-40B59078845C}" dt="2026-02-27T01:24:27.117" v="82" actId="22"/>
        <pc:sldMkLst>
          <pc:docMk/>
          <pc:sldMk cId="3463441089" sldId="289"/>
        </pc:sldMkLst>
        <pc:picChg chg="add">
          <ac:chgData name="Utkarsh Agarwal" userId="7a1216fa42ee05d0" providerId="LiveId" clId="{5A8ABE04-300D-46CD-9942-40B59078845C}" dt="2026-02-27T01:24:27.117" v="82" actId="22"/>
          <ac:picMkLst>
            <pc:docMk/>
            <pc:sldMk cId="3463441089" sldId="289"/>
            <ac:picMk id="5" creationId="{41755359-3A42-2751-8B6C-6A6FDC6B76C1}"/>
          </ac:picMkLst>
        </pc:picChg>
      </pc:sldChg>
      <pc:sldChg chg="addSp new mod">
        <pc:chgData name="Utkarsh Agarwal" userId="7a1216fa42ee05d0" providerId="LiveId" clId="{5A8ABE04-300D-46CD-9942-40B59078845C}" dt="2026-02-27T03:14:58.483" v="84" actId="22"/>
        <pc:sldMkLst>
          <pc:docMk/>
          <pc:sldMk cId="3855865765" sldId="290"/>
        </pc:sldMkLst>
        <pc:picChg chg="add">
          <ac:chgData name="Utkarsh Agarwal" userId="7a1216fa42ee05d0" providerId="LiveId" clId="{5A8ABE04-300D-46CD-9942-40B59078845C}" dt="2026-02-27T03:14:58.483" v="84" actId="22"/>
          <ac:picMkLst>
            <pc:docMk/>
            <pc:sldMk cId="3855865765" sldId="290"/>
            <ac:picMk id="5" creationId="{9492C129-3810-64C8-4B0F-469DC5D9E91D}"/>
          </ac:picMkLst>
        </pc:picChg>
      </pc:sldChg>
      <pc:sldChg chg="addSp new mod">
        <pc:chgData name="Utkarsh Agarwal" userId="7a1216fa42ee05d0" providerId="LiveId" clId="{5A8ABE04-300D-46CD-9942-40B59078845C}" dt="2026-03-04T13:16:17.179" v="86" actId="22"/>
        <pc:sldMkLst>
          <pc:docMk/>
          <pc:sldMk cId="2765114642" sldId="291"/>
        </pc:sldMkLst>
        <pc:picChg chg="add">
          <ac:chgData name="Utkarsh Agarwal" userId="7a1216fa42ee05d0" providerId="LiveId" clId="{5A8ABE04-300D-46CD-9942-40B59078845C}" dt="2026-03-04T13:16:17.179" v="86" actId="22"/>
          <ac:picMkLst>
            <pc:docMk/>
            <pc:sldMk cId="2765114642" sldId="291"/>
            <ac:picMk id="5" creationId="{3F3C984B-B5DC-12BC-CE1D-2C240CB5128E}"/>
          </ac:picMkLst>
        </pc:picChg>
      </pc:sldChg>
      <pc:sldChg chg="addSp new mod">
        <pc:chgData name="Utkarsh Agarwal" userId="7a1216fa42ee05d0" providerId="LiveId" clId="{5A8ABE04-300D-46CD-9942-40B59078845C}" dt="2026-03-04T13:22:25.811" v="88" actId="22"/>
        <pc:sldMkLst>
          <pc:docMk/>
          <pc:sldMk cId="1878607810" sldId="292"/>
        </pc:sldMkLst>
        <pc:picChg chg="add">
          <ac:chgData name="Utkarsh Agarwal" userId="7a1216fa42ee05d0" providerId="LiveId" clId="{5A8ABE04-300D-46CD-9942-40B59078845C}" dt="2026-03-04T13:22:25.811" v="88" actId="22"/>
          <ac:picMkLst>
            <pc:docMk/>
            <pc:sldMk cId="1878607810" sldId="292"/>
            <ac:picMk id="5" creationId="{BAFFF1B8-0A44-9C1C-A39B-1DFC4B9DD71B}"/>
          </ac:picMkLst>
        </pc:picChg>
      </pc:sldChg>
      <pc:sldChg chg="addSp new mod">
        <pc:chgData name="Utkarsh Agarwal" userId="7a1216fa42ee05d0" providerId="LiveId" clId="{5A8ABE04-300D-46CD-9942-40B59078845C}" dt="2026-03-10T09:21:14.723" v="90" actId="22"/>
        <pc:sldMkLst>
          <pc:docMk/>
          <pc:sldMk cId="2510428054" sldId="293"/>
        </pc:sldMkLst>
        <pc:picChg chg="add">
          <ac:chgData name="Utkarsh Agarwal" userId="7a1216fa42ee05d0" providerId="LiveId" clId="{5A8ABE04-300D-46CD-9942-40B59078845C}" dt="2026-03-10T09:21:14.723" v="90" actId="22"/>
          <ac:picMkLst>
            <pc:docMk/>
            <pc:sldMk cId="2510428054" sldId="293"/>
            <ac:picMk id="5" creationId="{96A2357D-6884-9821-A408-92AC187E2F96}"/>
          </ac:picMkLst>
        </pc:picChg>
      </pc:sldChg>
      <pc:sldChg chg="addSp new mod">
        <pc:chgData name="Utkarsh Agarwal" userId="7a1216fa42ee05d0" providerId="LiveId" clId="{5A8ABE04-300D-46CD-9942-40B59078845C}" dt="2026-03-10T09:28:52.432" v="92" actId="22"/>
        <pc:sldMkLst>
          <pc:docMk/>
          <pc:sldMk cId="4181974733" sldId="294"/>
        </pc:sldMkLst>
        <pc:picChg chg="add">
          <ac:chgData name="Utkarsh Agarwal" userId="7a1216fa42ee05d0" providerId="LiveId" clId="{5A8ABE04-300D-46CD-9942-40B59078845C}" dt="2026-03-10T09:28:52.432" v="92" actId="22"/>
          <ac:picMkLst>
            <pc:docMk/>
            <pc:sldMk cId="4181974733" sldId="294"/>
            <ac:picMk id="5" creationId="{71AA8E55-627A-6C72-69A1-4510BF7AF974}"/>
          </ac:picMkLst>
        </pc:picChg>
      </pc:sldChg>
      <pc:sldChg chg="addSp delSp modSp new mod">
        <pc:chgData name="Utkarsh Agarwal" userId="7a1216fa42ee05d0" providerId="LiveId" clId="{5A8ABE04-300D-46CD-9942-40B59078845C}" dt="2026-03-10T09:32:29.049" v="94" actId="22"/>
        <pc:sldMkLst>
          <pc:docMk/>
          <pc:sldMk cId="3320601140" sldId="295"/>
        </pc:sldMkLst>
        <pc:picChg chg="add mod ord">
          <ac:chgData name="Utkarsh Agarwal" userId="7a1216fa42ee05d0" providerId="LiveId" clId="{5A8ABE04-300D-46CD-9942-40B59078845C}" dt="2026-03-10T09:32:29.049" v="94" actId="22"/>
          <ac:picMkLst>
            <pc:docMk/>
            <pc:sldMk cId="3320601140" sldId="295"/>
            <ac:picMk id="5" creationId="{931EFEA6-21DF-80DF-A9DA-6E519ED810D4}"/>
          </ac:picMkLst>
        </pc:picChg>
      </pc:sldChg>
      <pc:sldChg chg="addSp delSp new mod">
        <pc:chgData name="Utkarsh Agarwal" userId="7a1216fa42ee05d0" providerId="LiveId" clId="{5A8ABE04-300D-46CD-9942-40B59078845C}" dt="2026-03-10T09:34:15.274" v="98" actId="22"/>
        <pc:sldMkLst>
          <pc:docMk/>
          <pc:sldMk cId="3421125822" sldId="296"/>
        </pc:sldMkLst>
        <pc:picChg chg="add">
          <ac:chgData name="Utkarsh Agarwal" userId="7a1216fa42ee05d0" providerId="LiveId" clId="{5A8ABE04-300D-46CD-9942-40B59078845C}" dt="2026-03-10T09:34:15.274" v="98" actId="22"/>
          <ac:picMkLst>
            <pc:docMk/>
            <pc:sldMk cId="3421125822" sldId="296"/>
            <ac:picMk id="7" creationId="{037FA018-9293-5B14-A5A6-6CE6A35A6C5D}"/>
          </ac:picMkLst>
        </pc:picChg>
      </pc:sldChg>
      <pc:sldChg chg="addSp new mod">
        <pc:chgData name="Utkarsh Agarwal" userId="7a1216fa42ee05d0" providerId="LiveId" clId="{5A8ABE04-300D-46CD-9942-40B59078845C}" dt="2026-03-12T00:23:40.622" v="100" actId="22"/>
        <pc:sldMkLst>
          <pc:docMk/>
          <pc:sldMk cId="308880398" sldId="297"/>
        </pc:sldMkLst>
        <pc:picChg chg="add">
          <ac:chgData name="Utkarsh Agarwal" userId="7a1216fa42ee05d0" providerId="LiveId" clId="{5A8ABE04-300D-46CD-9942-40B59078845C}" dt="2026-03-12T00:23:40.622" v="100" actId="22"/>
          <ac:picMkLst>
            <pc:docMk/>
            <pc:sldMk cId="308880398" sldId="297"/>
            <ac:picMk id="5" creationId="{4DE326DE-231A-AB41-967A-2529EBC2CF78}"/>
          </ac:picMkLst>
        </pc:picChg>
      </pc:sldChg>
      <pc:sldChg chg="addSp new mod">
        <pc:chgData name="Utkarsh Agarwal" userId="7a1216fa42ee05d0" providerId="LiveId" clId="{5A8ABE04-300D-46CD-9942-40B59078845C}" dt="2026-03-12T00:40:31.494" v="102" actId="22"/>
        <pc:sldMkLst>
          <pc:docMk/>
          <pc:sldMk cId="1054381354" sldId="298"/>
        </pc:sldMkLst>
        <pc:picChg chg="add">
          <ac:chgData name="Utkarsh Agarwal" userId="7a1216fa42ee05d0" providerId="LiveId" clId="{5A8ABE04-300D-46CD-9942-40B59078845C}" dt="2026-03-12T00:40:31.494" v="102" actId="22"/>
          <ac:picMkLst>
            <pc:docMk/>
            <pc:sldMk cId="1054381354" sldId="298"/>
            <ac:picMk id="5" creationId="{BDEFF60A-5DB5-56DB-A64C-398B7461B763}"/>
          </ac:picMkLst>
        </pc:picChg>
      </pc:sldChg>
      <pc:sldChg chg="addSp modSp new mod">
        <pc:chgData name="Utkarsh Agarwal" userId="7a1216fa42ee05d0" providerId="LiveId" clId="{5A8ABE04-300D-46CD-9942-40B59078845C}" dt="2026-03-12T00:44:15.306" v="106" actId="1076"/>
        <pc:sldMkLst>
          <pc:docMk/>
          <pc:sldMk cId="778247562" sldId="299"/>
        </pc:sldMkLst>
        <pc:picChg chg="add mod">
          <ac:chgData name="Utkarsh Agarwal" userId="7a1216fa42ee05d0" providerId="LiveId" clId="{5A8ABE04-300D-46CD-9942-40B59078845C}" dt="2026-03-12T00:44:15.306" v="106" actId="1076"/>
          <ac:picMkLst>
            <pc:docMk/>
            <pc:sldMk cId="778247562" sldId="299"/>
            <ac:picMk id="5" creationId="{A173AF0D-FD7A-3D74-9816-E58D621E01FD}"/>
          </ac:picMkLst>
        </pc:picChg>
      </pc:sldChg>
      <pc:sldChg chg="addSp modSp new mod">
        <pc:chgData name="Utkarsh Agarwal" userId="7a1216fa42ee05d0" providerId="LiveId" clId="{5A8ABE04-300D-46CD-9942-40B59078845C}" dt="2026-03-12T01:31:51.479" v="110" actId="1076"/>
        <pc:sldMkLst>
          <pc:docMk/>
          <pc:sldMk cId="1447636188" sldId="300"/>
        </pc:sldMkLst>
        <pc:picChg chg="add mod">
          <ac:chgData name="Utkarsh Agarwal" userId="7a1216fa42ee05d0" providerId="LiveId" clId="{5A8ABE04-300D-46CD-9942-40B59078845C}" dt="2026-03-12T01:31:51.479" v="110" actId="1076"/>
          <ac:picMkLst>
            <pc:docMk/>
            <pc:sldMk cId="1447636188" sldId="300"/>
            <ac:picMk id="5" creationId="{17A94EC4-004B-4D64-6D79-D1D07E04D4E4}"/>
          </ac:picMkLst>
        </pc:picChg>
      </pc:sldChg>
      <pc:sldChg chg="addSp modSp new mod">
        <pc:chgData name="Utkarsh Agarwal" userId="7a1216fa42ee05d0" providerId="LiveId" clId="{5A8ABE04-300D-46CD-9942-40B59078845C}" dt="2026-03-12T01:32:23.386" v="114" actId="1076"/>
        <pc:sldMkLst>
          <pc:docMk/>
          <pc:sldMk cId="2664827627" sldId="301"/>
        </pc:sldMkLst>
        <pc:picChg chg="add mod">
          <ac:chgData name="Utkarsh Agarwal" userId="7a1216fa42ee05d0" providerId="LiveId" clId="{5A8ABE04-300D-46CD-9942-40B59078845C}" dt="2026-03-12T01:32:23.386" v="114" actId="1076"/>
          <ac:picMkLst>
            <pc:docMk/>
            <pc:sldMk cId="2664827627" sldId="301"/>
            <ac:picMk id="5" creationId="{FFBDE46A-3D76-DC80-4091-76A5874F348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155F-6AC6-EA86-60BF-3AE16489A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A157-6A9B-224B-D62A-77632590C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3C984B-B5DC-12BC-CE1D-2C240CB51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41" y="0"/>
            <a:ext cx="9887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14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5326-EE05-5244-9C03-BFD6BB90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CDCD-5EE3-77D4-188F-6EA1B467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FF1B8-0A44-9C1C-A39B-1DFC4B9DD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47153"/>
            <a:ext cx="10383699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6078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39069-C83E-0698-3633-074FDB11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456C7-2A47-0992-6BBC-418F69D6D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2357D-6884-9821-A408-92AC187E2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15" y="0"/>
            <a:ext cx="10034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28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1F94-2ADA-C7CE-BA7B-12B37F63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0016-C6BF-4E65-B857-ACBCCAC0F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A8E55-627A-6C72-69A1-4510BF7AF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069"/>
            <a:ext cx="12192000" cy="680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4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78ED0-1BDA-EF99-F2E8-FAE6753A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1EFEA6-21DF-80DF-A9DA-6E519ED81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93222"/>
            <a:ext cx="10515600" cy="38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601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DE065-C1A9-560E-DFA6-96778E0D3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A107-DA36-5770-25FF-3C9F9D9C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FA018-9293-5B14-A5A6-6CE6A35A6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607" y="0"/>
            <a:ext cx="903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258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C79A2-5B0D-1E8E-4AB6-D832B931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68ADF-32DD-5637-C38F-8A7DCA65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E326DE-231A-AB41-967A-2529EBC2C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11" y="0"/>
            <a:ext cx="111545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803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45A1A-C757-427E-ABF2-EB9E82041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98C03-8C0E-C3B4-0070-101A5D951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EFF60A-5DB5-56DB-A64C-398B7461B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03" y="814022"/>
            <a:ext cx="962159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813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272BA-1535-B7B3-F0AF-851682AD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05826-6CE9-71A8-EB11-1411FC6F4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73AF0D-FD7A-3D74-9816-E58D621E0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615" y="546074"/>
            <a:ext cx="8098770" cy="531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475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1BD5C-1404-C821-26C1-6DA5BB4D3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B23-0B3A-CB9A-256D-F3DD8AAF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94EC4-004B-4D64-6D79-D1D07E04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46" y="496473"/>
            <a:ext cx="10796708" cy="4772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36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56A9-B205-9C9F-E143-8C5BCC95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63D2B-7172-A183-950F-A8C28534A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DE46A-3D76-DC80-4091-76A5874F3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956" y="365125"/>
            <a:ext cx="9956087" cy="489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27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9902</TotalTime>
  <Words>0</Words>
  <Application>Microsoft Office PowerPoint</Application>
  <PresentationFormat>Widescreen</PresentationFormat>
  <Paragraphs>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2026-03-12T01:32:27Z</dcterms:modified>
</cp:coreProperties>
</file>