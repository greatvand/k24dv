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tkarsh Agarwal" userId="7a1216fa42ee05d0" providerId="LiveId" clId="{5A8ABE04-300D-46CD-9942-40B59078845C}"/>
    <pc:docChg chg="undo custSel addSld modSld">
      <pc:chgData name="Utkarsh Agarwal" userId="7a1216fa42ee05d0" providerId="LiveId" clId="{5A8ABE04-300D-46CD-9942-40B59078845C}" dt="2026-03-23T16:59:48.602" v="153" actId="1076"/>
      <pc:docMkLst>
        <pc:docMk/>
      </pc:docMkLst>
      <pc:sldChg chg="addSp new mod">
        <pc:chgData name="Utkarsh Agarwal" userId="7a1216fa42ee05d0" providerId="LiveId" clId="{5A8ABE04-300D-46CD-9942-40B59078845C}" dt="2026-02-24T09:22:01.805" v="12" actId="22"/>
        <pc:sldMkLst>
          <pc:docMk/>
          <pc:sldMk cId="932212389" sldId="264"/>
        </pc:sldMkLst>
        <pc:picChg chg="add">
          <ac:chgData name="Utkarsh Agarwal" userId="7a1216fa42ee05d0" providerId="LiveId" clId="{5A8ABE04-300D-46CD-9942-40B59078845C}" dt="2026-02-24T09:22:01.805" v="12" actId="22"/>
          <ac:picMkLst>
            <pc:docMk/>
            <pc:sldMk cId="932212389" sldId="264"/>
            <ac:picMk id="5" creationId="{B7145DBE-D461-EB2F-5277-5924B64F8567}"/>
          </ac:picMkLst>
        </pc:picChg>
      </pc:sldChg>
      <pc:sldChg chg="addSp modSp new mod">
        <pc:chgData name="Utkarsh Agarwal" userId="7a1216fa42ee05d0" providerId="LiveId" clId="{5A8ABE04-300D-46CD-9942-40B59078845C}" dt="2026-02-24T09:23:50.112" v="16" actId="1076"/>
        <pc:sldMkLst>
          <pc:docMk/>
          <pc:sldMk cId="763672723" sldId="265"/>
        </pc:sldMkLst>
        <pc:picChg chg="add mod">
          <ac:chgData name="Utkarsh Agarwal" userId="7a1216fa42ee05d0" providerId="LiveId" clId="{5A8ABE04-300D-46CD-9942-40B59078845C}" dt="2026-02-24T09:23:50.112" v="16" actId="1076"/>
          <ac:picMkLst>
            <pc:docMk/>
            <pc:sldMk cId="763672723" sldId="265"/>
            <ac:picMk id="5" creationId="{32C60BA8-764C-D9DD-2130-8DD6A7CE6853}"/>
          </ac:picMkLst>
        </pc:picChg>
      </pc:sldChg>
      <pc:sldChg chg="addSp modSp new mod">
        <pc:chgData name="Utkarsh Agarwal" userId="7a1216fa42ee05d0" providerId="LiveId" clId="{5A8ABE04-300D-46CD-9942-40B59078845C}" dt="2026-02-24T09:25:03.194" v="22" actId="1076"/>
        <pc:sldMkLst>
          <pc:docMk/>
          <pc:sldMk cId="1021939832" sldId="266"/>
        </pc:sldMkLst>
        <pc:picChg chg="add mod">
          <ac:chgData name="Utkarsh Agarwal" userId="7a1216fa42ee05d0" providerId="LiveId" clId="{5A8ABE04-300D-46CD-9942-40B59078845C}" dt="2026-02-24T09:25:03.194" v="22" actId="1076"/>
          <ac:picMkLst>
            <pc:docMk/>
            <pc:sldMk cId="1021939832" sldId="266"/>
            <ac:picMk id="5" creationId="{FC5F52A3-F5EE-72F2-488D-9A14857F6D5A}"/>
          </ac:picMkLst>
        </pc:picChg>
      </pc:sldChg>
      <pc:sldChg chg="addSp new mod">
        <pc:chgData name="Utkarsh Agarwal" userId="7a1216fa42ee05d0" providerId="LiveId" clId="{5A8ABE04-300D-46CD-9942-40B59078845C}" dt="2026-02-24T09:26:53.959" v="24" actId="22"/>
        <pc:sldMkLst>
          <pc:docMk/>
          <pc:sldMk cId="3120667855" sldId="267"/>
        </pc:sldMkLst>
        <pc:picChg chg="add">
          <ac:chgData name="Utkarsh Agarwal" userId="7a1216fa42ee05d0" providerId="LiveId" clId="{5A8ABE04-300D-46CD-9942-40B59078845C}" dt="2026-02-24T09:26:53.959" v="24" actId="22"/>
          <ac:picMkLst>
            <pc:docMk/>
            <pc:sldMk cId="3120667855" sldId="267"/>
            <ac:picMk id="5" creationId="{2F99BFE6-0C6E-F73C-0FB9-5C5BD42E9C14}"/>
          </ac:picMkLst>
        </pc:picChg>
      </pc:sldChg>
      <pc:sldChg chg="addSp new mod">
        <pc:chgData name="Utkarsh Agarwal" userId="7a1216fa42ee05d0" providerId="LiveId" clId="{5A8ABE04-300D-46CD-9942-40B59078845C}" dt="2026-02-24T09:29:11.921" v="26" actId="22"/>
        <pc:sldMkLst>
          <pc:docMk/>
          <pc:sldMk cId="1249795094" sldId="268"/>
        </pc:sldMkLst>
        <pc:picChg chg="add">
          <ac:chgData name="Utkarsh Agarwal" userId="7a1216fa42ee05d0" providerId="LiveId" clId="{5A8ABE04-300D-46CD-9942-40B59078845C}" dt="2026-02-24T09:29:11.921" v="26" actId="22"/>
          <ac:picMkLst>
            <pc:docMk/>
            <pc:sldMk cId="1249795094" sldId="268"/>
            <ac:picMk id="5" creationId="{88506B6F-1BE7-9929-CE59-3A70050207C3}"/>
          </ac:picMkLst>
        </pc:picChg>
      </pc:sldChg>
      <pc:sldChg chg="addSp delSp new mod">
        <pc:chgData name="Utkarsh Agarwal" userId="7a1216fa42ee05d0" providerId="LiveId" clId="{5A8ABE04-300D-46CD-9942-40B59078845C}" dt="2026-02-24T09:35:11.444" v="30" actId="22"/>
        <pc:sldMkLst>
          <pc:docMk/>
          <pc:sldMk cId="2958903663" sldId="269"/>
        </pc:sldMkLst>
        <pc:picChg chg="add">
          <ac:chgData name="Utkarsh Agarwal" userId="7a1216fa42ee05d0" providerId="LiveId" clId="{5A8ABE04-300D-46CD-9942-40B59078845C}" dt="2026-02-24T09:35:11.444" v="30" actId="22"/>
          <ac:picMkLst>
            <pc:docMk/>
            <pc:sldMk cId="2958903663" sldId="269"/>
            <ac:picMk id="7" creationId="{9B674D3F-9081-F31C-9DB7-11E9D569BBAC}"/>
          </ac:picMkLst>
        </pc:picChg>
      </pc:sldChg>
      <pc:sldChg chg="addSp new mod">
        <pc:chgData name="Utkarsh Agarwal" userId="7a1216fa42ee05d0" providerId="LiveId" clId="{5A8ABE04-300D-46CD-9942-40B59078845C}" dt="2026-02-24T10:21:45.817" v="32" actId="22"/>
        <pc:sldMkLst>
          <pc:docMk/>
          <pc:sldMk cId="3087252189" sldId="270"/>
        </pc:sldMkLst>
        <pc:picChg chg="add">
          <ac:chgData name="Utkarsh Agarwal" userId="7a1216fa42ee05d0" providerId="LiveId" clId="{5A8ABE04-300D-46CD-9942-40B59078845C}" dt="2026-02-24T10:21:45.817" v="32" actId="22"/>
          <ac:picMkLst>
            <pc:docMk/>
            <pc:sldMk cId="3087252189" sldId="270"/>
            <ac:picMk id="5" creationId="{D4B78B7D-E88F-886C-7BDD-519577907FD5}"/>
          </ac:picMkLst>
        </pc:picChg>
      </pc:sldChg>
      <pc:sldChg chg="addSp delSp new mod">
        <pc:chgData name="Utkarsh Agarwal" userId="7a1216fa42ee05d0" providerId="LiveId" clId="{5A8ABE04-300D-46CD-9942-40B59078845C}" dt="2026-02-24T10:25:13.526" v="36" actId="22"/>
        <pc:sldMkLst>
          <pc:docMk/>
          <pc:sldMk cId="4052867476" sldId="271"/>
        </pc:sldMkLst>
        <pc:picChg chg="add">
          <ac:chgData name="Utkarsh Agarwal" userId="7a1216fa42ee05d0" providerId="LiveId" clId="{5A8ABE04-300D-46CD-9942-40B59078845C}" dt="2026-02-24T10:25:13.526" v="36" actId="22"/>
          <ac:picMkLst>
            <pc:docMk/>
            <pc:sldMk cId="4052867476" sldId="271"/>
            <ac:picMk id="7" creationId="{40C3D7CE-1E0A-6F15-2DAF-2332FE6E5D3A}"/>
          </ac:picMkLst>
        </pc:picChg>
      </pc:sldChg>
      <pc:sldChg chg="addSp new mod">
        <pc:chgData name="Utkarsh Agarwal" userId="7a1216fa42ee05d0" providerId="LiveId" clId="{5A8ABE04-300D-46CD-9942-40B59078845C}" dt="2026-02-25T04:11:06.044" v="38" actId="22"/>
        <pc:sldMkLst>
          <pc:docMk/>
          <pc:sldMk cId="4058371617" sldId="272"/>
        </pc:sldMkLst>
        <pc:picChg chg="add">
          <ac:chgData name="Utkarsh Agarwal" userId="7a1216fa42ee05d0" providerId="LiveId" clId="{5A8ABE04-300D-46CD-9942-40B59078845C}" dt="2026-02-25T04:11:06.044" v="38" actId="22"/>
          <ac:picMkLst>
            <pc:docMk/>
            <pc:sldMk cId="4058371617" sldId="272"/>
            <ac:picMk id="5" creationId="{673ACFE8-17CD-2C34-9C43-74B321504FA5}"/>
          </ac:picMkLst>
        </pc:picChg>
      </pc:sldChg>
      <pc:sldChg chg="addSp delSp new mod">
        <pc:chgData name="Utkarsh Agarwal" userId="7a1216fa42ee05d0" providerId="LiveId" clId="{5A8ABE04-300D-46CD-9942-40B59078845C}" dt="2026-02-25T04:23:31.783" v="42" actId="22"/>
        <pc:sldMkLst>
          <pc:docMk/>
          <pc:sldMk cId="2847424223" sldId="273"/>
        </pc:sldMkLst>
        <pc:picChg chg="add">
          <ac:chgData name="Utkarsh Agarwal" userId="7a1216fa42ee05d0" providerId="LiveId" clId="{5A8ABE04-300D-46CD-9942-40B59078845C}" dt="2026-02-25T04:23:31.783" v="42" actId="22"/>
          <ac:picMkLst>
            <pc:docMk/>
            <pc:sldMk cId="2847424223" sldId="273"/>
            <ac:picMk id="7" creationId="{0E63C183-9C90-56C9-0ADE-CEEEB5403889}"/>
          </ac:picMkLst>
        </pc:picChg>
      </pc:sldChg>
      <pc:sldChg chg="addSp new mod">
        <pc:chgData name="Utkarsh Agarwal" userId="7a1216fa42ee05d0" providerId="LiveId" clId="{5A8ABE04-300D-46CD-9942-40B59078845C}" dt="2026-02-25T04:35:17.641" v="44" actId="22"/>
        <pc:sldMkLst>
          <pc:docMk/>
          <pc:sldMk cId="4131111818" sldId="274"/>
        </pc:sldMkLst>
        <pc:picChg chg="add">
          <ac:chgData name="Utkarsh Agarwal" userId="7a1216fa42ee05d0" providerId="LiveId" clId="{5A8ABE04-300D-46CD-9942-40B59078845C}" dt="2026-02-25T04:35:17.641" v="44" actId="22"/>
          <ac:picMkLst>
            <pc:docMk/>
            <pc:sldMk cId="4131111818" sldId="274"/>
            <ac:picMk id="5" creationId="{D284421A-B797-2DEC-5FB7-4B5C7B6AE28D}"/>
          </ac:picMkLst>
        </pc:picChg>
      </pc:sldChg>
      <pc:sldChg chg="addSp new mod">
        <pc:chgData name="Utkarsh Agarwal" userId="7a1216fa42ee05d0" providerId="LiveId" clId="{5A8ABE04-300D-46CD-9942-40B59078845C}" dt="2026-02-25T04:42:42.310" v="46" actId="22"/>
        <pc:sldMkLst>
          <pc:docMk/>
          <pc:sldMk cId="802882285" sldId="275"/>
        </pc:sldMkLst>
        <pc:picChg chg="add">
          <ac:chgData name="Utkarsh Agarwal" userId="7a1216fa42ee05d0" providerId="LiveId" clId="{5A8ABE04-300D-46CD-9942-40B59078845C}" dt="2026-02-25T04:42:42.310" v="46" actId="22"/>
          <ac:picMkLst>
            <pc:docMk/>
            <pc:sldMk cId="802882285" sldId="275"/>
            <ac:picMk id="5" creationId="{5EC8EF0E-7042-97DC-6F81-8906D2860121}"/>
          </ac:picMkLst>
        </pc:picChg>
      </pc:sldChg>
      <pc:sldChg chg="addSp new mod">
        <pc:chgData name="Utkarsh Agarwal" userId="7a1216fa42ee05d0" providerId="LiveId" clId="{5A8ABE04-300D-46CD-9942-40B59078845C}" dt="2026-02-25T19:16:09.244" v="48" actId="22"/>
        <pc:sldMkLst>
          <pc:docMk/>
          <pc:sldMk cId="1606162329" sldId="276"/>
        </pc:sldMkLst>
        <pc:picChg chg="add">
          <ac:chgData name="Utkarsh Agarwal" userId="7a1216fa42ee05d0" providerId="LiveId" clId="{5A8ABE04-300D-46CD-9942-40B59078845C}" dt="2026-02-25T19:16:09.244" v="48" actId="22"/>
          <ac:picMkLst>
            <pc:docMk/>
            <pc:sldMk cId="1606162329" sldId="276"/>
            <ac:picMk id="5" creationId="{92FD361B-35CC-57AA-D045-FFB37DE2DAA6}"/>
          </ac:picMkLst>
        </pc:picChg>
      </pc:sldChg>
      <pc:sldChg chg="addSp new mod">
        <pc:chgData name="Utkarsh Agarwal" userId="7a1216fa42ee05d0" providerId="LiveId" clId="{5A8ABE04-300D-46CD-9942-40B59078845C}" dt="2026-02-25T19:32:14.265" v="50" actId="22"/>
        <pc:sldMkLst>
          <pc:docMk/>
          <pc:sldMk cId="87140329" sldId="277"/>
        </pc:sldMkLst>
        <pc:picChg chg="add">
          <ac:chgData name="Utkarsh Agarwal" userId="7a1216fa42ee05d0" providerId="LiveId" clId="{5A8ABE04-300D-46CD-9942-40B59078845C}" dt="2026-02-25T19:32:14.265" v="50" actId="22"/>
          <ac:picMkLst>
            <pc:docMk/>
            <pc:sldMk cId="87140329" sldId="277"/>
            <ac:picMk id="5" creationId="{1F00F370-7775-CC7D-205D-09AC24718BD1}"/>
          </ac:picMkLst>
        </pc:picChg>
      </pc:sldChg>
      <pc:sldChg chg="addSp new mod">
        <pc:chgData name="Utkarsh Agarwal" userId="7a1216fa42ee05d0" providerId="LiveId" clId="{5A8ABE04-300D-46CD-9942-40B59078845C}" dt="2026-02-25T19:35:32.325" v="52" actId="22"/>
        <pc:sldMkLst>
          <pc:docMk/>
          <pc:sldMk cId="4107806752" sldId="278"/>
        </pc:sldMkLst>
        <pc:picChg chg="add">
          <ac:chgData name="Utkarsh Agarwal" userId="7a1216fa42ee05d0" providerId="LiveId" clId="{5A8ABE04-300D-46CD-9942-40B59078845C}" dt="2026-02-25T19:35:32.325" v="52" actId="22"/>
          <ac:picMkLst>
            <pc:docMk/>
            <pc:sldMk cId="4107806752" sldId="278"/>
            <ac:picMk id="5" creationId="{16E924CC-641C-1A8F-18ED-FEB374FFCEA1}"/>
          </ac:picMkLst>
        </pc:picChg>
      </pc:sldChg>
      <pc:sldChg chg="addSp delSp modSp new mod">
        <pc:chgData name="Utkarsh Agarwal" userId="7a1216fa42ee05d0" providerId="LiveId" clId="{5A8ABE04-300D-46CD-9942-40B59078845C}" dt="2026-02-25T19:46:13.675" v="62" actId="22"/>
        <pc:sldMkLst>
          <pc:docMk/>
          <pc:sldMk cId="2307925107" sldId="279"/>
        </pc:sldMkLst>
        <pc:picChg chg="add">
          <ac:chgData name="Utkarsh Agarwal" userId="7a1216fa42ee05d0" providerId="LiveId" clId="{5A8ABE04-300D-46CD-9942-40B59078845C}" dt="2026-02-25T19:46:13.675" v="62" actId="22"/>
          <ac:picMkLst>
            <pc:docMk/>
            <pc:sldMk cId="2307925107" sldId="279"/>
            <ac:picMk id="10" creationId="{60DAEFAD-BD0A-8C12-978E-1084FD0354F0}"/>
          </ac:picMkLst>
        </pc:picChg>
      </pc:sldChg>
      <pc:sldChg chg="addSp new mod">
        <pc:chgData name="Utkarsh Agarwal" userId="7a1216fa42ee05d0" providerId="LiveId" clId="{5A8ABE04-300D-46CD-9942-40B59078845C}" dt="2026-02-25T20:02:31.583" v="64" actId="22"/>
        <pc:sldMkLst>
          <pc:docMk/>
          <pc:sldMk cId="1029022862" sldId="280"/>
        </pc:sldMkLst>
        <pc:picChg chg="add">
          <ac:chgData name="Utkarsh Agarwal" userId="7a1216fa42ee05d0" providerId="LiveId" clId="{5A8ABE04-300D-46CD-9942-40B59078845C}" dt="2026-02-25T20:02:31.583" v="64" actId="22"/>
          <ac:picMkLst>
            <pc:docMk/>
            <pc:sldMk cId="1029022862" sldId="280"/>
            <ac:picMk id="5" creationId="{C86E6159-4E73-D540-139E-BF13304BFD9C}"/>
          </ac:picMkLst>
        </pc:picChg>
      </pc:sldChg>
      <pc:sldChg chg="addSp new mod">
        <pc:chgData name="Utkarsh Agarwal" userId="7a1216fa42ee05d0" providerId="LiveId" clId="{5A8ABE04-300D-46CD-9942-40B59078845C}" dt="2026-02-25T20:13:00.397" v="66" actId="22"/>
        <pc:sldMkLst>
          <pc:docMk/>
          <pc:sldMk cId="2833160086" sldId="281"/>
        </pc:sldMkLst>
        <pc:picChg chg="add">
          <ac:chgData name="Utkarsh Agarwal" userId="7a1216fa42ee05d0" providerId="LiveId" clId="{5A8ABE04-300D-46CD-9942-40B59078845C}" dt="2026-02-25T20:13:00.397" v="66" actId="22"/>
          <ac:picMkLst>
            <pc:docMk/>
            <pc:sldMk cId="2833160086" sldId="281"/>
            <ac:picMk id="5" creationId="{A909B7F6-F843-897A-8A86-26EC2B438C5C}"/>
          </ac:picMkLst>
        </pc:picChg>
      </pc:sldChg>
      <pc:sldChg chg="addSp new mod">
        <pc:chgData name="Utkarsh Agarwal" userId="7a1216fa42ee05d0" providerId="LiveId" clId="{5A8ABE04-300D-46CD-9942-40B59078845C}" dt="2026-02-25T20:19:16.844" v="68" actId="22"/>
        <pc:sldMkLst>
          <pc:docMk/>
          <pc:sldMk cId="2350703802" sldId="282"/>
        </pc:sldMkLst>
        <pc:picChg chg="add">
          <ac:chgData name="Utkarsh Agarwal" userId="7a1216fa42ee05d0" providerId="LiveId" clId="{5A8ABE04-300D-46CD-9942-40B59078845C}" dt="2026-02-25T20:19:16.844" v="68" actId="22"/>
          <ac:picMkLst>
            <pc:docMk/>
            <pc:sldMk cId="2350703802" sldId="282"/>
            <ac:picMk id="5" creationId="{99095190-5DC8-0F73-6865-B0E2474CC041}"/>
          </ac:picMkLst>
        </pc:picChg>
      </pc:sldChg>
      <pc:sldChg chg="addSp new mod">
        <pc:chgData name="Utkarsh Agarwal" userId="7a1216fa42ee05d0" providerId="LiveId" clId="{5A8ABE04-300D-46CD-9942-40B59078845C}" dt="2026-02-25T20:22:05.745" v="70" actId="22"/>
        <pc:sldMkLst>
          <pc:docMk/>
          <pc:sldMk cId="1896067167" sldId="283"/>
        </pc:sldMkLst>
        <pc:picChg chg="add">
          <ac:chgData name="Utkarsh Agarwal" userId="7a1216fa42ee05d0" providerId="LiveId" clId="{5A8ABE04-300D-46CD-9942-40B59078845C}" dt="2026-02-25T20:22:05.745" v="70" actId="22"/>
          <ac:picMkLst>
            <pc:docMk/>
            <pc:sldMk cId="1896067167" sldId="283"/>
            <ac:picMk id="5" creationId="{34029668-513E-DB31-2A1C-390FD89DF96E}"/>
          </ac:picMkLst>
        </pc:picChg>
      </pc:sldChg>
      <pc:sldChg chg="addSp new mod">
        <pc:chgData name="Utkarsh Agarwal" userId="7a1216fa42ee05d0" providerId="LiveId" clId="{5A8ABE04-300D-46CD-9942-40B59078845C}" dt="2026-02-27T00:49:12.488" v="72" actId="22"/>
        <pc:sldMkLst>
          <pc:docMk/>
          <pc:sldMk cId="1938526419" sldId="284"/>
        </pc:sldMkLst>
        <pc:picChg chg="add">
          <ac:chgData name="Utkarsh Agarwal" userId="7a1216fa42ee05d0" providerId="LiveId" clId="{5A8ABE04-300D-46CD-9942-40B59078845C}" dt="2026-02-27T00:49:12.488" v="72" actId="22"/>
          <ac:picMkLst>
            <pc:docMk/>
            <pc:sldMk cId="1938526419" sldId="284"/>
            <ac:picMk id="5" creationId="{F729B81E-365F-334D-7213-DED27CF6A2CE}"/>
          </ac:picMkLst>
        </pc:picChg>
      </pc:sldChg>
      <pc:sldChg chg="addSp new mod">
        <pc:chgData name="Utkarsh Agarwal" userId="7a1216fa42ee05d0" providerId="LiveId" clId="{5A8ABE04-300D-46CD-9942-40B59078845C}" dt="2026-02-27T00:50:48.300" v="74" actId="22"/>
        <pc:sldMkLst>
          <pc:docMk/>
          <pc:sldMk cId="421726673" sldId="285"/>
        </pc:sldMkLst>
        <pc:picChg chg="add">
          <ac:chgData name="Utkarsh Agarwal" userId="7a1216fa42ee05d0" providerId="LiveId" clId="{5A8ABE04-300D-46CD-9942-40B59078845C}" dt="2026-02-27T00:50:48.300" v="74" actId="22"/>
          <ac:picMkLst>
            <pc:docMk/>
            <pc:sldMk cId="421726673" sldId="285"/>
            <ac:picMk id="5" creationId="{B2E22780-F4DF-2E29-156E-6A4A5FA351AB}"/>
          </ac:picMkLst>
        </pc:picChg>
      </pc:sldChg>
      <pc:sldChg chg="addSp new mod">
        <pc:chgData name="Utkarsh Agarwal" userId="7a1216fa42ee05d0" providerId="LiveId" clId="{5A8ABE04-300D-46CD-9942-40B59078845C}" dt="2026-02-27T00:52:12.407" v="76" actId="22"/>
        <pc:sldMkLst>
          <pc:docMk/>
          <pc:sldMk cId="621368496" sldId="286"/>
        </pc:sldMkLst>
        <pc:picChg chg="add">
          <ac:chgData name="Utkarsh Agarwal" userId="7a1216fa42ee05d0" providerId="LiveId" clId="{5A8ABE04-300D-46CD-9942-40B59078845C}" dt="2026-02-27T00:52:12.407" v="76" actId="22"/>
          <ac:picMkLst>
            <pc:docMk/>
            <pc:sldMk cId="621368496" sldId="286"/>
            <ac:picMk id="5" creationId="{E993B978-FB53-4C79-B789-B3D41599BA62}"/>
          </ac:picMkLst>
        </pc:picChg>
      </pc:sldChg>
      <pc:sldChg chg="addSp new mod">
        <pc:chgData name="Utkarsh Agarwal" userId="7a1216fa42ee05d0" providerId="LiveId" clId="{5A8ABE04-300D-46CD-9942-40B59078845C}" dt="2026-02-27T01:13:59.192" v="78" actId="22"/>
        <pc:sldMkLst>
          <pc:docMk/>
          <pc:sldMk cId="2360867832" sldId="287"/>
        </pc:sldMkLst>
        <pc:picChg chg="add">
          <ac:chgData name="Utkarsh Agarwal" userId="7a1216fa42ee05d0" providerId="LiveId" clId="{5A8ABE04-300D-46CD-9942-40B59078845C}" dt="2026-02-27T01:13:59.192" v="78" actId="22"/>
          <ac:picMkLst>
            <pc:docMk/>
            <pc:sldMk cId="2360867832" sldId="287"/>
            <ac:picMk id="5" creationId="{448CC76D-D9C0-F494-BD89-16E283E438C6}"/>
          </ac:picMkLst>
        </pc:picChg>
      </pc:sldChg>
      <pc:sldChg chg="addSp new mod">
        <pc:chgData name="Utkarsh Agarwal" userId="7a1216fa42ee05d0" providerId="LiveId" clId="{5A8ABE04-300D-46CD-9942-40B59078845C}" dt="2026-02-27T01:18:56.100" v="80" actId="22"/>
        <pc:sldMkLst>
          <pc:docMk/>
          <pc:sldMk cId="2938857138" sldId="288"/>
        </pc:sldMkLst>
        <pc:picChg chg="add">
          <ac:chgData name="Utkarsh Agarwal" userId="7a1216fa42ee05d0" providerId="LiveId" clId="{5A8ABE04-300D-46CD-9942-40B59078845C}" dt="2026-02-27T01:18:56.100" v="80" actId="22"/>
          <ac:picMkLst>
            <pc:docMk/>
            <pc:sldMk cId="2938857138" sldId="288"/>
            <ac:picMk id="5" creationId="{A03C8194-8AF8-C32B-B7A5-B27DB2EEBEB9}"/>
          </ac:picMkLst>
        </pc:picChg>
      </pc:sldChg>
      <pc:sldChg chg="addSp new mod">
        <pc:chgData name="Utkarsh Agarwal" userId="7a1216fa42ee05d0" providerId="LiveId" clId="{5A8ABE04-300D-46CD-9942-40B59078845C}" dt="2026-02-27T01:24:27.117" v="82" actId="22"/>
        <pc:sldMkLst>
          <pc:docMk/>
          <pc:sldMk cId="3463441089" sldId="289"/>
        </pc:sldMkLst>
        <pc:picChg chg="add">
          <ac:chgData name="Utkarsh Agarwal" userId="7a1216fa42ee05d0" providerId="LiveId" clId="{5A8ABE04-300D-46CD-9942-40B59078845C}" dt="2026-02-27T01:24:27.117" v="82" actId="22"/>
          <ac:picMkLst>
            <pc:docMk/>
            <pc:sldMk cId="3463441089" sldId="289"/>
            <ac:picMk id="5" creationId="{41755359-3A42-2751-8B6C-6A6FDC6B76C1}"/>
          </ac:picMkLst>
        </pc:picChg>
      </pc:sldChg>
      <pc:sldChg chg="addSp new mod">
        <pc:chgData name="Utkarsh Agarwal" userId="7a1216fa42ee05d0" providerId="LiveId" clId="{5A8ABE04-300D-46CD-9942-40B59078845C}" dt="2026-02-27T03:14:58.483" v="84" actId="22"/>
        <pc:sldMkLst>
          <pc:docMk/>
          <pc:sldMk cId="3855865765" sldId="290"/>
        </pc:sldMkLst>
        <pc:picChg chg="add">
          <ac:chgData name="Utkarsh Agarwal" userId="7a1216fa42ee05d0" providerId="LiveId" clId="{5A8ABE04-300D-46CD-9942-40B59078845C}" dt="2026-02-27T03:14:58.483" v="84" actId="22"/>
          <ac:picMkLst>
            <pc:docMk/>
            <pc:sldMk cId="3855865765" sldId="290"/>
            <ac:picMk id="5" creationId="{9492C129-3810-64C8-4B0F-469DC5D9E91D}"/>
          </ac:picMkLst>
        </pc:picChg>
      </pc:sldChg>
      <pc:sldChg chg="addSp new mod">
        <pc:chgData name="Utkarsh Agarwal" userId="7a1216fa42ee05d0" providerId="LiveId" clId="{5A8ABE04-300D-46CD-9942-40B59078845C}" dt="2026-03-04T13:16:17.179" v="86" actId="22"/>
        <pc:sldMkLst>
          <pc:docMk/>
          <pc:sldMk cId="2765114642" sldId="291"/>
        </pc:sldMkLst>
        <pc:picChg chg="add">
          <ac:chgData name="Utkarsh Agarwal" userId="7a1216fa42ee05d0" providerId="LiveId" clId="{5A8ABE04-300D-46CD-9942-40B59078845C}" dt="2026-03-04T13:16:17.179" v="86" actId="22"/>
          <ac:picMkLst>
            <pc:docMk/>
            <pc:sldMk cId="2765114642" sldId="291"/>
            <ac:picMk id="5" creationId="{3F3C984B-B5DC-12BC-CE1D-2C240CB5128E}"/>
          </ac:picMkLst>
        </pc:picChg>
      </pc:sldChg>
      <pc:sldChg chg="addSp new mod">
        <pc:chgData name="Utkarsh Agarwal" userId="7a1216fa42ee05d0" providerId="LiveId" clId="{5A8ABE04-300D-46CD-9942-40B59078845C}" dt="2026-03-04T13:22:25.811" v="88" actId="22"/>
        <pc:sldMkLst>
          <pc:docMk/>
          <pc:sldMk cId="1878607810" sldId="292"/>
        </pc:sldMkLst>
        <pc:picChg chg="add">
          <ac:chgData name="Utkarsh Agarwal" userId="7a1216fa42ee05d0" providerId="LiveId" clId="{5A8ABE04-300D-46CD-9942-40B59078845C}" dt="2026-03-04T13:22:25.811" v="88" actId="22"/>
          <ac:picMkLst>
            <pc:docMk/>
            <pc:sldMk cId="1878607810" sldId="292"/>
            <ac:picMk id="5" creationId="{BAFFF1B8-0A44-9C1C-A39B-1DFC4B9DD71B}"/>
          </ac:picMkLst>
        </pc:picChg>
      </pc:sldChg>
      <pc:sldChg chg="addSp new mod">
        <pc:chgData name="Utkarsh Agarwal" userId="7a1216fa42ee05d0" providerId="LiveId" clId="{5A8ABE04-300D-46CD-9942-40B59078845C}" dt="2026-03-10T09:21:14.723" v="90" actId="22"/>
        <pc:sldMkLst>
          <pc:docMk/>
          <pc:sldMk cId="2510428054" sldId="293"/>
        </pc:sldMkLst>
        <pc:picChg chg="add">
          <ac:chgData name="Utkarsh Agarwal" userId="7a1216fa42ee05d0" providerId="LiveId" clId="{5A8ABE04-300D-46CD-9942-40B59078845C}" dt="2026-03-10T09:21:14.723" v="90" actId="22"/>
          <ac:picMkLst>
            <pc:docMk/>
            <pc:sldMk cId="2510428054" sldId="293"/>
            <ac:picMk id="5" creationId="{96A2357D-6884-9821-A408-92AC187E2F96}"/>
          </ac:picMkLst>
        </pc:picChg>
      </pc:sldChg>
      <pc:sldChg chg="addSp new mod">
        <pc:chgData name="Utkarsh Agarwal" userId="7a1216fa42ee05d0" providerId="LiveId" clId="{5A8ABE04-300D-46CD-9942-40B59078845C}" dt="2026-03-10T09:28:52.432" v="92" actId="22"/>
        <pc:sldMkLst>
          <pc:docMk/>
          <pc:sldMk cId="4181974733" sldId="294"/>
        </pc:sldMkLst>
        <pc:picChg chg="add">
          <ac:chgData name="Utkarsh Agarwal" userId="7a1216fa42ee05d0" providerId="LiveId" clId="{5A8ABE04-300D-46CD-9942-40B59078845C}" dt="2026-03-10T09:28:52.432" v="92" actId="22"/>
          <ac:picMkLst>
            <pc:docMk/>
            <pc:sldMk cId="4181974733" sldId="294"/>
            <ac:picMk id="5" creationId="{71AA8E55-627A-6C72-69A1-4510BF7AF974}"/>
          </ac:picMkLst>
        </pc:picChg>
      </pc:sldChg>
      <pc:sldChg chg="addSp delSp modSp new mod">
        <pc:chgData name="Utkarsh Agarwal" userId="7a1216fa42ee05d0" providerId="LiveId" clId="{5A8ABE04-300D-46CD-9942-40B59078845C}" dt="2026-03-10T09:32:29.049" v="94" actId="22"/>
        <pc:sldMkLst>
          <pc:docMk/>
          <pc:sldMk cId="3320601140" sldId="295"/>
        </pc:sldMkLst>
        <pc:picChg chg="add mod ord">
          <ac:chgData name="Utkarsh Agarwal" userId="7a1216fa42ee05d0" providerId="LiveId" clId="{5A8ABE04-300D-46CD-9942-40B59078845C}" dt="2026-03-10T09:32:29.049" v="94" actId="22"/>
          <ac:picMkLst>
            <pc:docMk/>
            <pc:sldMk cId="3320601140" sldId="295"/>
            <ac:picMk id="5" creationId="{931EFEA6-21DF-80DF-A9DA-6E519ED810D4}"/>
          </ac:picMkLst>
        </pc:picChg>
      </pc:sldChg>
      <pc:sldChg chg="addSp delSp new mod">
        <pc:chgData name="Utkarsh Agarwal" userId="7a1216fa42ee05d0" providerId="LiveId" clId="{5A8ABE04-300D-46CD-9942-40B59078845C}" dt="2026-03-10T09:34:15.274" v="98" actId="22"/>
        <pc:sldMkLst>
          <pc:docMk/>
          <pc:sldMk cId="3421125822" sldId="296"/>
        </pc:sldMkLst>
        <pc:picChg chg="add">
          <ac:chgData name="Utkarsh Agarwal" userId="7a1216fa42ee05d0" providerId="LiveId" clId="{5A8ABE04-300D-46CD-9942-40B59078845C}" dt="2026-03-10T09:34:15.274" v="98" actId="22"/>
          <ac:picMkLst>
            <pc:docMk/>
            <pc:sldMk cId="3421125822" sldId="296"/>
            <ac:picMk id="7" creationId="{037FA018-9293-5B14-A5A6-6CE6A35A6C5D}"/>
          </ac:picMkLst>
        </pc:picChg>
      </pc:sldChg>
      <pc:sldChg chg="addSp new mod">
        <pc:chgData name="Utkarsh Agarwal" userId="7a1216fa42ee05d0" providerId="LiveId" clId="{5A8ABE04-300D-46CD-9942-40B59078845C}" dt="2026-03-12T00:23:40.622" v="100" actId="22"/>
        <pc:sldMkLst>
          <pc:docMk/>
          <pc:sldMk cId="308880398" sldId="297"/>
        </pc:sldMkLst>
        <pc:picChg chg="add">
          <ac:chgData name="Utkarsh Agarwal" userId="7a1216fa42ee05d0" providerId="LiveId" clId="{5A8ABE04-300D-46CD-9942-40B59078845C}" dt="2026-03-12T00:23:40.622" v="100" actId="22"/>
          <ac:picMkLst>
            <pc:docMk/>
            <pc:sldMk cId="308880398" sldId="297"/>
            <ac:picMk id="5" creationId="{4DE326DE-231A-AB41-967A-2529EBC2CF78}"/>
          </ac:picMkLst>
        </pc:picChg>
      </pc:sldChg>
      <pc:sldChg chg="addSp new mod">
        <pc:chgData name="Utkarsh Agarwal" userId="7a1216fa42ee05d0" providerId="LiveId" clId="{5A8ABE04-300D-46CD-9942-40B59078845C}" dt="2026-03-12T00:40:31.494" v="102" actId="22"/>
        <pc:sldMkLst>
          <pc:docMk/>
          <pc:sldMk cId="1054381354" sldId="298"/>
        </pc:sldMkLst>
        <pc:picChg chg="add">
          <ac:chgData name="Utkarsh Agarwal" userId="7a1216fa42ee05d0" providerId="LiveId" clId="{5A8ABE04-300D-46CD-9942-40B59078845C}" dt="2026-03-12T00:40:31.494" v="102" actId="22"/>
          <ac:picMkLst>
            <pc:docMk/>
            <pc:sldMk cId="1054381354" sldId="298"/>
            <ac:picMk id="5" creationId="{BDEFF60A-5DB5-56DB-A64C-398B7461B763}"/>
          </ac:picMkLst>
        </pc:picChg>
      </pc:sldChg>
      <pc:sldChg chg="addSp modSp new mod">
        <pc:chgData name="Utkarsh Agarwal" userId="7a1216fa42ee05d0" providerId="LiveId" clId="{5A8ABE04-300D-46CD-9942-40B59078845C}" dt="2026-03-12T00:44:15.306" v="106" actId="1076"/>
        <pc:sldMkLst>
          <pc:docMk/>
          <pc:sldMk cId="778247562" sldId="299"/>
        </pc:sldMkLst>
        <pc:picChg chg="add mod">
          <ac:chgData name="Utkarsh Agarwal" userId="7a1216fa42ee05d0" providerId="LiveId" clId="{5A8ABE04-300D-46CD-9942-40B59078845C}" dt="2026-03-12T00:44:15.306" v="106" actId="1076"/>
          <ac:picMkLst>
            <pc:docMk/>
            <pc:sldMk cId="778247562" sldId="299"/>
            <ac:picMk id="5" creationId="{A173AF0D-FD7A-3D74-9816-E58D621E01FD}"/>
          </ac:picMkLst>
        </pc:picChg>
      </pc:sldChg>
      <pc:sldChg chg="addSp modSp new mod">
        <pc:chgData name="Utkarsh Agarwal" userId="7a1216fa42ee05d0" providerId="LiveId" clId="{5A8ABE04-300D-46CD-9942-40B59078845C}" dt="2026-03-12T01:31:51.479" v="110" actId="1076"/>
        <pc:sldMkLst>
          <pc:docMk/>
          <pc:sldMk cId="1447636188" sldId="300"/>
        </pc:sldMkLst>
        <pc:picChg chg="add mod">
          <ac:chgData name="Utkarsh Agarwal" userId="7a1216fa42ee05d0" providerId="LiveId" clId="{5A8ABE04-300D-46CD-9942-40B59078845C}" dt="2026-03-12T01:31:51.479" v="110" actId="1076"/>
          <ac:picMkLst>
            <pc:docMk/>
            <pc:sldMk cId="1447636188" sldId="300"/>
            <ac:picMk id="5" creationId="{17A94EC4-004B-4D64-6D79-D1D07E04D4E4}"/>
          </ac:picMkLst>
        </pc:picChg>
      </pc:sldChg>
      <pc:sldChg chg="addSp modSp new mod">
        <pc:chgData name="Utkarsh Agarwal" userId="7a1216fa42ee05d0" providerId="LiveId" clId="{5A8ABE04-300D-46CD-9942-40B59078845C}" dt="2026-03-12T01:32:23.386" v="114" actId="1076"/>
        <pc:sldMkLst>
          <pc:docMk/>
          <pc:sldMk cId="2664827627" sldId="301"/>
        </pc:sldMkLst>
        <pc:picChg chg="add mod">
          <ac:chgData name="Utkarsh Agarwal" userId="7a1216fa42ee05d0" providerId="LiveId" clId="{5A8ABE04-300D-46CD-9942-40B59078845C}" dt="2026-03-12T01:32:23.386" v="114" actId="1076"/>
          <ac:picMkLst>
            <pc:docMk/>
            <pc:sldMk cId="2664827627" sldId="301"/>
            <ac:picMk id="5" creationId="{FFBDE46A-3D76-DC80-4091-76A5874F348F}"/>
          </ac:picMkLst>
        </pc:picChg>
      </pc:sldChg>
      <pc:sldChg chg="addSp new mod">
        <pc:chgData name="Utkarsh Agarwal" userId="7a1216fa42ee05d0" providerId="LiveId" clId="{5A8ABE04-300D-46CD-9942-40B59078845C}" dt="2026-03-23T15:32:41.225" v="116" actId="22"/>
        <pc:sldMkLst>
          <pc:docMk/>
          <pc:sldMk cId="1559853093" sldId="302"/>
        </pc:sldMkLst>
        <pc:picChg chg="add">
          <ac:chgData name="Utkarsh Agarwal" userId="7a1216fa42ee05d0" providerId="LiveId" clId="{5A8ABE04-300D-46CD-9942-40B59078845C}" dt="2026-03-23T15:32:41.225" v="116" actId="22"/>
          <ac:picMkLst>
            <pc:docMk/>
            <pc:sldMk cId="1559853093" sldId="302"/>
            <ac:picMk id="5" creationId="{383903D8-777F-9497-7B7A-5E42581669EE}"/>
          </ac:picMkLst>
        </pc:picChg>
      </pc:sldChg>
      <pc:sldChg chg="addSp modSp new mod">
        <pc:chgData name="Utkarsh Agarwal" userId="7a1216fa42ee05d0" providerId="LiveId" clId="{5A8ABE04-300D-46CD-9942-40B59078845C}" dt="2026-03-23T15:37:47.440" v="120" actId="1076"/>
        <pc:sldMkLst>
          <pc:docMk/>
          <pc:sldMk cId="2102902353" sldId="303"/>
        </pc:sldMkLst>
        <pc:picChg chg="add mod">
          <ac:chgData name="Utkarsh Agarwal" userId="7a1216fa42ee05d0" providerId="LiveId" clId="{5A8ABE04-300D-46CD-9942-40B59078845C}" dt="2026-03-23T15:37:47.440" v="120" actId="1076"/>
          <ac:picMkLst>
            <pc:docMk/>
            <pc:sldMk cId="2102902353" sldId="303"/>
            <ac:picMk id="5" creationId="{39389677-3BBD-05EE-98DC-CA34EA6DDF1E}"/>
          </ac:picMkLst>
        </pc:picChg>
      </pc:sldChg>
      <pc:sldChg chg="addSp new mod">
        <pc:chgData name="Utkarsh Agarwal" userId="7a1216fa42ee05d0" providerId="LiveId" clId="{5A8ABE04-300D-46CD-9942-40B59078845C}" dt="2026-03-23T15:51:29.667" v="122" actId="22"/>
        <pc:sldMkLst>
          <pc:docMk/>
          <pc:sldMk cId="2748483200" sldId="304"/>
        </pc:sldMkLst>
        <pc:picChg chg="add">
          <ac:chgData name="Utkarsh Agarwal" userId="7a1216fa42ee05d0" providerId="LiveId" clId="{5A8ABE04-300D-46CD-9942-40B59078845C}" dt="2026-03-23T15:51:29.667" v="122" actId="22"/>
          <ac:picMkLst>
            <pc:docMk/>
            <pc:sldMk cId="2748483200" sldId="304"/>
            <ac:picMk id="5" creationId="{D95B734A-A334-ED7F-626F-096338BD95B9}"/>
          </ac:picMkLst>
        </pc:picChg>
      </pc:sldChg>
      <pc:sldChg chg="addSp modSp new mod">
        <pc:chgData name="Utkarsh Agarwal" userId="7a1216fa42ee05d0" providerId="LiveId" clId="{5A8ABE04-300D-46CD-9942-40B59078845C}" dt="2026-03-23T16:00:25.509" v="127" actId="1076"/>
        <pc:sldMkLst>
          <pc:docMk/>
          <pc:sldMk cId="3307139524" sldId="305"/>
        </pc:sldMkLst>
        <pc:picChg chg="add mod">
          <ac:chgData name="Utkarsh Agarwal" userId="7a1216fa42ee05d0" providerId="LiveId" clId="{5A8ABE04-300D-46CD-9942-40B59078845C}" dt="2026-03-23T16:00:25.509" v="127" actId="1076"/>
          <ac:picMkLst>
            <pc:docMk/>
            <pc:sldMk cId="3307139524" sldId="305"/>
            <ac:picMk id="5" creationId="{359BEC32-A017-E0F7-0FE7-670809EE2780}"/>
          </ac:picMkLst>
        </pc:picChg>
      </pc:sldChg>
      <pc:sldChg chg="addSp modSp new mod">
        <pc:chgData name="Utkarsh Agarwal" userId="7a1216fa42ee05d0" providerId="LiveId" clId="{5A8ABE04-300D-46CD-9942-40B59078845C}" dt="2026-03-23T16:14:00.203" v="131" actId="1076"/>
        <pc:sldMkLst>
          <pc:docMk/>
          <pc:sldMk cId="140463135" sldId="306"/>
        </pc:sldMkLst>
        <pc:picChg chg="add mod">
          <ac:chgData name="Utkarsh Agarwal" userId="7a1216fa42ee05d0" providerId="LiveId" clId="{5A8ABE04-300D-46CD-9942-40B59078845C}" dt="2026-03-23T16:14:00.203" v="131" actId="1076"/>
          <ac:picMkLst>
            <pc:docMk/>
            <pc:sldMk cId="140463135" sldId="306"/>
            <ac:picMk id="5" creationId="{D2357DCB-2CB1-CEDD-BF90-4899ED021CF8}"/>
          </ac:picMkLst>
        </pc:picChg>
      </pc:sldChg>
      <pc:sldChg chg="addSp modSp new mod">
        <pc:chgData name="Utkarsh Agarwal" userId="7a1216fa42ee05d0" providerId="LiveId" clId="{5A8ABE04-300D-46CD-9942-40B59078845C}" dt="2026-03-23T16:16:14.564" v="135" actId="1076"/>
        <pc:sldMkLst>
          <pc:docMk/>
          <pc:sldMk cId="3909326039" sldId="307"/>
        </pc:sldMkLst>
        <pc:picChg chg="add mod">
          <ac:chgData name="Utkarsh Agarwal" userId="7a1216fa42ee05d0" providerId="LiveId" clId="{5A8ABE04-300D-46CD-9942-40B59078845C}" dt="2026-03-23T16:16:14.564" v="135" actId="1076"/>
          <ac:picMkLst>
            <pc:docMk/>
            <pc:sldMk cId="3909326039" sldId="307"/>
            <ac:picMk id="5" creationId="{8C5EFE14-905D-7120-9457-FCF694252A86}"/>
          </ac:picMkLst>
        </pc:picChg>
      </pc:sldChg>
      <pc:sldChg chg="addSp modSp new mod">
        <pc:chgData name="Utkarsh Agarwal" userId="7a1216fa42ee05d0" providerId="LiveId" clId="{5A8ABE04-300D-46CD-9942-40B59078845C}" dt="2026-03-23T16:21:04.595" v="139" actId="1076"/>
        <pc:sldMkLst>
          <pc:docMk/>
          <pc:sldMk cId="3892662714" sldId="308"/>
        </pc:sldMkLst>
        <pc:picChg chg="add mod">
          <ac:chgData name="Utkarsh Agarwal" userId="7a1216fa42ee05d0" providerId="LiveId" clId="{5A8ABE04-300D-46CD-9942-40B59078845C}" dt="2026-03-23T16:21:04.595" v="139" actId="1076"/>
          <ac:picMkLst>
            <pc:docMk/>
            <pc:sldMk cId="3892662714" sldId="308"/>
            <ac:picMk id="5" creationId="{B2F4AEF2-7BC2-280B-A68D-103520E364FF}"/>
          </ac:picMkLst>
        </pc:picChg>
      </pc:sldChg>
      <pc:sldChg chg="addSp modSp new mod">
        <pc:chgData name="Utkarsh Agarwal" userId="7a1216fa42ee05d0" providerId="LiveId" clId="{5A8ABE04-300D-46CD-9942-40B59078845C}" dt="2026-03-23T16:42:36.420" v="145" actId="1076"/>
        <pc:sldMkLst>
          <pc:docMk/>
          <pc:sldMk cId="3248590530" sldId="309"/>
        </pc:sldMkLst>
        <pc:picChg chg="add mod">
          <ac:chgData name="Utkarsh Agarwal" userId="7a1216fa42ee05d0" providerId="LiveId" clId="{5A8ABE04-300D-46CD-9942-40B59078845C}" dt="2026-03-23T16:42:36.420" v="145" actId="1076"/>
          <ac:picMkLst>
            <pc:docMk/>
            <pc:sldMk cId="3248590530" sldId="309"/>
            <ac:picMk id="5" creationId="{466E34EB-3A83-43AD-7F40-52B1E3219E07}"/>
          </ac:picMkLst>
        </pc:picChg>
      </pc:sldChg>
      <pc:sldChg chg="addSp modSp new mod">
        <pc:chgData name="Utkarsh Agarwal" userId="7a1216fa42ee05d0" providerId="LiveId" clId="{5A8ABE04-300D-46CD-9942-40B59078845C}" dt="2026-03-23T16:43:42.399" v="149" actId="1076"/>
        <pc:sldMkLst>
          <pc:docMk/>
          <pc:sldMk cId="2576839093" sldId="310"/>
        </pc:sldMkLst>
        <pc:picChg chg="add mod">
          <ac:chgData name="Utkarsh Agarwal" userId="7a1216fa42ee05d0" providerId="LiveId" clId="{5A8ABE04-300D-46CD-9942-40B59078845C}" dt="2026-03-23T16:43:42.399" v="149" actId="1076"/>
          <ac:picMkLst>
            <pc:docMk/>
            <pc:sldMk cId="2576839093" sldId="310"/>
            <ac:picMk id="5" creationId="{E4AA3749-876D-D7FC-1105-782119E9CCBD}"/>
          </ac:picMkLst>
        </pc:picChg>
      </pc:sldChg>
      <pc:sldChg chg="addSp modSp new mod">
        <pc:chgData name="Utkarsh Agarwal" userId="7a1216fa42ee05d0" providerId="LiveId" clId="{5A8ABE04-300D-46CD-9942-40B59078845C}" dt="2026-03-23T16:59:48.602" v="153" actId="1076"/>
        <pc:sldMkLst>
          <pc:docMk/>
          <pc:sldMk cId="1159393210" sldId="311"/>
        </pc:sldMkLst>
        <pc:picChg chg="add mod">
          <ac:chgData name="Utkarsh Agarwal" userId="7a1216fa42ee05d0" providerId="LiveId" clId="{5A8ABE04-300D-46CD-9942-40B59078845C}" dt="2026-03-23T16:59:48.602" v="153" actId="1076"/>
          <ac:picMkLst>
            <pc:docMk/>
            <pc:sldMk cId="1159393210" sldId="311"/>
            <ac:picMk id="5" creationId="{520EB98A-577A-2F51-D555-6CF20DDFAD8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452A8-060C-1842-D3B2-CFB1383407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35E05A-3B13-7325-0B34-DA12C1572B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E270B2-3980-1FC8-026A-D591C77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D22E9-6EFA-F87A-1012-8D42F2A36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AECE4E-6DAB-5DA6-AF22-652F9F6BA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54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0E9B4-3773-E645-E981-FB67D720D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CE982-0C7B-07DD-C3F2-643D7A05E7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D92802-4F68-61C2-6AD2-AE1BA76F5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B4603-6DC3-A06F-F1CA-4E5C08E9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52217-DF0A-31F5-F200-44CCB88B7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868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68275A-16E2-D9D1-0AA3-1007B7E05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07B2D4-342D-14DE-55A2-E1A3541F2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6CD96-167D-F398-93F6-94BE01FAA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9BBAA6-ED8E-5800-B593-653191593C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F8A205-DBDB-BC8F-EB3D-5DC353B0B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452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E0072-75D1-13D9-D2A4-F9C71E47B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EE2C7-D212-60C0-F376-BCF5F67D11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A34A53-C607-D2DB-D2CD-4501EAFCD4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2890CE-A7E6-8CB2-74C4-47E166437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E07E24-EC2B-D1EC-C816-A8FD01EE07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858962-D256-3CCF-EA46-21347FC74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8811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05B02-3A1A-AE75-7370-929C7FF58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E3A26A-BB73-C2AE-CA25-FE3E195D8D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485A68-F0E2-54EF-498D-B401E482B2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8AE74A-CCDF-1CE8-0BFC-03FF882AA1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8133D6-5332-FAA8-3249-A20414612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0FD61D-1834-0234-5C0D-48228CAC6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788EF41-A4F9-0E37-B3ED-B3CC7F256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6C792E-6393-2780-658E-3FFED52F36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3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B216B-D6F9-680A-0F91-411D68C8D1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C2EEA6-7323-3934-3018-A32E63F80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76B289-9177-20FA-535B-BEBF4A369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C50FEA-034E-0F4A-C1FE-FBDF6E0ACB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10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70D3A-7333-E530-C982-2227A85D9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47F36F-3F88-49DF-CFAB-4A189D473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B3DC70-7E86-D014-3DF0-3FE210343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28937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05E0-4E47-112C-AF60-93E91D0D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8B5759-341B-F139-B095-EAA6423014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38B9B5-611E-3C53-C152-90E712903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6AFE9-AAD5-9566-2913-E72742C3B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5709B-29CE-9EB1-00F6-580C1350E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7DCA4-1408-9B5F-4475-929B4FA8F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2812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FAF71-CE37-2D03-E725-F7FA79C28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07423C-6129-916E-73C2-D15B8B2D47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B80A40-85E5-C34E-7712-F4BD929C5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20D8-C066-BDFE-70F3-D1BC63EDB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BDA9BD-A2AA-EB11-9E20-62BEC6F10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DE4834-1691-E512-E640-0776D502F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78141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B948-74F2-84F7-F43A-BF1A6DAF6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13146B-44D0-D703-5F4A-635CFD8C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7C4D38-ECC6-56A7-D5D5-399CBF200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55BC-1699-E9CA-6CF9-E98193BC2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5ABBEB-3671-BCB7-B022-8F0F8A9AB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5922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E1E7BB-CECD-8AE7-446C-CEB2A8E8EE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5E083A-AC30-82C3-E84E-1E8400878B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C0D30D-21A1-CB76-9539-7CB6A4D59C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57A05-FB1F-31DC-2D13-27129AE74D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AFB4E1-0545-E7DA-7013-B7683E9B5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991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7433D9-377A-35E9-238B-53B7CFC714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EFCD64-E023-3D96-4110-68A5B08CE7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62EDC-88A2-2D7C-66FC-1964E66243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3303C3-2CD8-4332-90AE-4FB0E3E6FE25}" type="datetimeFigureOut">
              <a:rPr lang="en-IN" smtClean="0"/>
              <a:t>23-03-2026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592A22-824A-DA60-41FA-7DFD5ACCEE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78461-0442-28A5-9DFD-8CA5A2E436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4C0B58-B5BD-4C42-95C9-4FFBC12BFAD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58229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21B47-F0F4-668F-2C9B-E992E68559A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B97A90-2A04-BA47-FD68-9D9ACD79A08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2A7BA0-1A53-883A-F5D3-26E84CC25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228" y="261495"/>
            <a:ext cx="11593543" cy="6335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0954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AD369-3BA3-8142-0403-21FDB128A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A7196-EA17-2BAA-2E11-C03E862E8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81576D-35BB-DAF8-59CE-DBEF86F624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23" y="390101"/>
            <a:ext cx="11307753" cy="6077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502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4A04C-1BD0-CC8D-F573-2C43C03E9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27C799-E38C-8895-8E73-B49B8FA13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B54E18-B5E3-26A7-3AA8-DF4B03B14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71" y="304364"/>
            <a:ext cx="11164858" cy="624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0208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7B477-A4E9-4513-4D74-552C8439F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4C350-BD80-02CA-80C4-7C6BB1F3A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3D91C8-7CAD-24FD-2332-04E6FBFE19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18" y="204337"/>
            <a:ext cx="11564964" cy="644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761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14FD10-C522-0C1F-1C07-3F7D9173E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12E01-BD58-86BC-7D16-FBD07F9F1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99A6A-C4FE-31C5-5709-23380842FB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620" y="0"/>
            <a:ext cx="1016875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7920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2BC83-B275-3221-0394-3326A58DB5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7372D7-EBAE-A1F8-0B38-9225D62FAA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E6321A-7F3F-8FD1-F63E-B9FE7800F5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050" y="0"/>
            <a:ext cx="97699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43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E106A-BB1E-7D35-6800-3DF8A2EF9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256EB-3250-6641-1B60-BE6ADC679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7E0A8-BAF1-48A6-9922-89C68E7EED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785" y="146581"/>
            <a:ext cx="9138430" cy="6564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5149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1999-2EEE-9CC5-AE47-ED41A3459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EB5153-494B-FE2C-37EE-807668219A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4D67D-14F3-F3B4-BAE7-6443D7B1D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792" y="0"/>
            <a:ext cx="97564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625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5D7EE-C51B-0A58-29D8-C2868D0E5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A45B0-7041-45D9-864C-C991C7051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145DBE-D461-EB2F-5277-5924B64F8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3" y="0"/>
            <a:ext cx="1216631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22123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7BCAF-6B84-003C-6A1E-E4B62FFC0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FA39F-28A1-7ADC-31C0-C7D62D1A2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C60BA8-764C-D9DD-2130-8DD6A7CE6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75" y="681037"/>
            <a:ext cx="11550453" cy="4541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36727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714C8-848B-0C39-124B-FF7E65931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9F515-9A0A-6193-5C94-E87193F7BB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5F52A3-F5EE-72F2-488D-9A14857F6D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283" y="1250222"/>
            <a:ext cx="11361434" cy="4127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39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7CD07-A834-DEBA-21CA-B6B3B36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80310-A76C-AEE5-2392-17F014D0D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9BFE6-0C6E-F73C-0FB9-5C5BD42E9C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59" y="0"/>
            <a:ext cx="1059728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67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E777C-B627-854A-9F21-722B66505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E54E0-4776-9BD4-1307-E30C0E5321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506B6F-1BE7-9929-CE59-3A7005020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200" y="0"/>
            <a:ext cx="11179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7950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F9857-50F5-CDE9-D32D-A285065B5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04A76F-F231-5B30-25FE-BB490FA93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74D3F-9081-F31C-9DB7-11E9D569BB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100" y="0"/>
            <a:ext cx="9267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90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67199-67B3-5CF9-B328-5597060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4CCA2-C1F6-9004-0738-8520BAF907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B78B7D-E88F-886C-7BDD-519577907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9221"/>
            <a:ext cx="12192000" cy="4879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52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16319E-5FBF-8287-36C0-BADBE2877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4C9-D36B-0D0C-22C3-EFFB5043C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C3D7CE-1E0A-6F15-2DAF-2332FE6E5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62" y="0"/>
            <a:ext cx="10277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8674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4B3CF-BB1D-FC9B-3E98-937744E23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95C30-5359-9031-3DD8-48F5BB4654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3ACFE8-17CD-2C34-9C43-74B321504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541" y="0"/>
            <a:ext cx="8424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3716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8B21B-C4F9-A6E7-76C8-C05121C68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A6B86F-BD94-F710-49DA-AD6545E1E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63C183-9C90-56C9-0ADE-CEEEB5403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771" y="0"/>
            <a:ext cx="92124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242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7679-7E90-FA5E-8FAE-854FEF15C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E025B-433A-BB48-559A-32AA2736B4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84421A-B797-2DEC-5FB7-4B5C7B6AE2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012" y="0"/>
            <a:ext cx="10069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1118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C2AE-4103-A972-5336-D20DD495BA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13523-CF6B-6AF5-734F-C44D75A3E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8EF0E-7042-97DC-6F81-8906D28601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046" y="0"/>
            <a:ext cx="96579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822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12A83-1174-E03E-DA64-0A06C9029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96974B-937F-A730-A680-EF5000178F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FD361B-35CC-57AA-D045-FFB37DE2DA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17" y="0"/>
            <a:ext cx="88627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162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5AD65-9A34-2B76-7A4B-73702F63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1A02F-BC28-B8C2-B620-F2AD7CBC43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0F370-7775-CC7D-205D-09AC24718B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185" y="0"/>
            <a:ext cx="944762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40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8CBDA-4913-E2EA-9B3C-0B6AFB830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C9FB-D838-BEF6-45B7-3216DB37A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E924CC-641C-1A8F-18ED-FEB374FFC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92" y="661601"/>
            <a:ext cx="10498015" cy="5534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8067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4E1D-3E4A-23C0-7E5B-A61DF5DFF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ACBB0C-033A-673C-A91B-BDA1022734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AEFAD-BD0A-8C12-978E-1084FD0354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273" y="0"/>
            <a:ext cx="875145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79251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320FE-C356-14C3-037B-75B4CBCA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9A90C-B59D-01CE-CE10-E323044960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6E6159-4E73-D540-139E-BF13304BF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9487"/>
            <a:ext cx="12192000" cy="645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0228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593F5-5316-76C7-A652-58FE4D08D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E8819-F649-EB04-6999-0945AED23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09B7F6-F843-897A-8A86-26EC2B438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87" y="347232"/>
            <a:ext cx="10936226" cy="6163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1600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A1B45-504A-EF79-326E-27AC758B4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9DDF2-490D-B850-252A-F6FDBC1EA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095190-5DC8-0F73-6865-B0E2474CC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02" y="247206"/>
            <a:ext cx="11612596" cy="6363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7038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81F5E-8C90-6508-CE1E-F3AFA82C1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C7269-31DC-602B-34D6-761D652A8B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29668-513E-DB31-2A1C-390FD89DF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913" y="170995"/>
            <a:ext cx="11098174" cy="6516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067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FEED5-A59E-F2BB-F2EA-5C0CB4C16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D62956-6778-1812-C9E6-ED91434A6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29B81E-365F-334D-7213-DED27CF6A2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86" y="0"/>
            <a:ext cx="101828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5264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07007-35C7-B8D6-776B-C430E3F13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403BF-0C68-E984-6971-C97A05538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E22780-F4DF-2E29-156E-6A4A5FA351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968" y="0"/>
            <a:ext cx="10964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2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7C7FB-AD3A-642C-C449-4A716D892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AEAF01-B3B8-55DE-EE0E-7727F1628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93B978-FB53-4C79-B789-B3D41599BA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172" y="0"/>
            <a:ext cx="963765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3684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39E5C-326F-90BF-3F14-5271E37CC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B2832D-7873-9B3F-EE91-E758F7774E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8CC76D-D9C0-F494-BD89-16E283E438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18" y="104311"/>
            <a:ext cx="11745964" cy="664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678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80543-0B76-ABF8-A107-6A6889877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FDA3B-11A9-6907-4B79-4FC3DBEC2C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3C8194-8AF8-C32B-B7A5-B27DB2EEBE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5128" y="0"/>
            <a:ext cx="95817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8571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8C8AA-D74C-9B34-C559-BE99AA8A6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92374-D213-0CDE-0939-3011D261C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55359-3A42-2751-8B6C-6A6FDC6B7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3000"/>
            <a:ext cx="12192000" cy="431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34410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00640-544E-EDF1-9AF2-156B5F0BC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6AE01F-263E-7018-D5DF-2170E6F75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92C129-3810-64C8-4B0F-469DC5D9E9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65" y="356759"/>
            <a:ext cx="11784070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8657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2155F-6AC6-EA86-60BF-3AE16489A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AA157-6A9B-224B-D62A-77632590C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3C984B-B5DC-12BC-CE1D-2C240CB51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41" y="0"/>
            <a:ext cx="98879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146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15326-EE05-5244-9C03-BFD6BB906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BCDCD-5EE3-77D4-188F-6EA1B4673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FFF1B8-0A44-9C1C-A39B-1DFC4B9DD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150" y="47153"/>
            <a:ext cx="10383699" cy="6763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86078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39069-C83E-0698-3633-074FDB115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456C7-2A47-0992-6BBC-418F69D6D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A2357D-6884-9821-A408-92AC187E2F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15" y="0"/>
            <a:ext cx="1003417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4280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E1F94-2ADA-C7CE-BA7B-12B37F639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540016-C6BF-4E65-B857-ACBCCAC0F1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1AA8E55-627A-6C72-69A1-4510BF7AF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069"/>
            <a:ext cx="12192000" cy="680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7473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78ED0-1BDA-EF99-F2E8-FAE6753AA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31EFEA6-21DF-80DF-A9DA-6E519ED810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93222"/>
            <a:ext cx="10515600" cy="38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0601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DE065-C1A9-560E-DFA6-96778E0D3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4A107-DA36-5770-25FF-3C9F9D9C5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7FA018-9293-5B14-A5A6-6CE6A35A6C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607" y="0"/>
            <a:ext cx="90387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1258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C79A2-5B0D-1E8E-4AB6-D832B931B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568ADF-32DD-5637-C38F-8A7DCA6520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E326DE-231A-AB41-967A-2529EBC2C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711" y="0"/>
            <a:ext cx="111545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88039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45A1A-C757-427E-ABF2-EB9E82041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98C03-8C0E-C3B4-0070-101A5D951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EFF60A-5DB5-56DB-A64C-398B7461B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03" y="814022"/>
            <a:ext cx="9621593" cy="5229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3813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4272BA-1535-B7B3-F0AF-851682AD4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05826-6CE9-71A8-EB11-1411FC6F43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73AF0D-FD7A-3D74-9816-E58D621E0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6615" y="546074"/>
            <a:ext cx="8098770" cy="531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82475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1BD5C-1404-C821-26C1-6DA5BB4D3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AF0B23-0B3A-CB9A-256D-F3DD8AAF31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A94EC4-004B-4D64-6D79-D1D07E04D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646" y="496473"/>
            <a:ext cx="10796708" cy="4772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76361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A56A9-B205-9C9F-E143-8C5BCC95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63D2B-7172-A183-950F-A8C28534A6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BDE46A-3D76-DC80-4091-76A5874F34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956" y="365125"/>
            <a:ext cx="9956087" cy="4899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8276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CCDB9-61F6-427D-9AA2-2A5AC47A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A0B27-8781-B167-3C84-FF8AFC614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3903D8-777F-9497-7B7A-5E4258166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03" y="0"/>
            <a:ext cx="85631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85309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BE80-FDBC-E94D-16F6-26BB9FACB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15E78-0918-1859-671F-D1AB482969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389677-3BBD-05EE-98DC-CA34EA6DD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5510" y="365125"/>
            <a:ext cx="8820979" cy="5609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9023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60227-C1D5-B830-5EC0-3963B67ED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9DE25-C1B1-3ACE-5988-6F5FC92E8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5B734A-A334-ED7F-626F-096338BD95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624" y="423443"/>
            <a:ext cx="10040751" cy="601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4832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90291-ABB9-CC20-24B5-3D03C4D72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B8AA8-6720-93D0-84AA-8B6A6BECD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9BEC32-A017-E0F7-0FE7-670809EE2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057" y="324984"/>
            <a:ext cx="8010909" cy="6028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139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9E9C2-8F57-77E5-0A58-E52A560B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971E7-7B89-3422-8206-3D638D8A6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357DCB-2CB1-CEDD-BF90-4899ED021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896" y="365125"/>
            <a:ext cx="8361281" cy="529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6313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F3120-0EA8-BEFA-2006-034868386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C01A0-B29A-037B-8C00-498B157F09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5EFE14-905D-7120-9457-FCF694252A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0538" y="140522"/>
            <a:ext cx="8670923" cy="5840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9326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1433B-AF01-50B0-E114-70396525B0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38C02-A1AB-C674-28BE-2ABFA89605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F4AEF2-7BC2-280B-A68D-103520E3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314" y="229832"/>
            <a:ext cx="8434820" cy="5947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6627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86785-9847-3C93-54CE-03733EFD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B0E1B8-E52B-E350-721B-919512EF8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6E34EB-3A83-43AD-7F40-52B1E3219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637" y="500744"/>
            <a:ext cx="8819173" cy="530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5905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6DD0B-7327-A61E-0E4C-13ABC98837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87C15-2BD4-11FE-1BF0-F05869B303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AA3749-876D-D7FC-1105-782119E9C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3508" y="365125"/>
            <a:ext cx="8144984" cy="560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3909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1232F-1E34-ACC7-0D01-CA681F7402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2116E-29DE-4CA9-EE95-9935C8361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0EB98A-577A-2F51-D555-6CF20DDFA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147" y="681037"/>
            <a:ext cx="8797611" cy="5328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932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9991</TotalTime>
  <Words>0</Words>
  <Application>Microsoft Office PowerPoint</Application>
  <PresentationFormat>Widescreen</PresentationFormat>
  <Paragraphs>0</Paragraphs>
  <Slides>56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Utkarsh Agarwal</dc:creator>
  <cp:lastModifiedBy>Utkarsh Agarwal</cp:lastModifiedBy>
  <cp:revision>1</cp:revision>
  <dcterms:created xsi:type="dcterms:W3CDTF">2026-01-19T18:02:24Z</dcterms:created>
  <dcterms:modified xsi:type="dcterms:W3CDTF">2026-03-23T16:59:50Z</dcterms:modified>
</cp:coreProperties>
</file>