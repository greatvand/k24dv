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undo custSel addSld modSld">
      <pc:chgData name="Utkarsh Agarwal" userId="7a1216fa42ee05d0" providerId="LiveId" clId="{5A8ABE04-300D-46CD-9942-40B59078845C}" dt="2026-02-25T20:22:05.745" v="70" actId="22"/>
      <pc:docMkLst>
        <pc:docMk/>
      </pc:docMkLst>
      <pc:sldChg chg="addSp new mod">
        <pc:chgData name="Utkarsh Agarwal" userId="7a1216fa42ee05d0" providerId="LiveId" clId="{5A8ABE04-300D-46CD-9942-40B59078845C}" dt="2026-02-24T09:22:01.805" v="12" actId="22"/>
        <pc:sldMkLst>
          <pc:docMk/>
          <pc:sldMk cId="932212389" sldId="264"/>
        </pc:sldMkLst>
        <pc:picChg chg="add">
          <ac:chgData name="Utkarsh Agarwal" userId="7a1216fa42ee05d0" providerId="LiveId" clId="{5A8ABE04-300D-46CD-9942-40B59078845C}" dt="2026-02-24T09:22:01.805" v="12" actId="22"/>
          <ac:picMkLst>
            <pc:docMk/>
            <pc:sldMk cId="932212389" sldId="264"/>
            <ac:picMk id="5" creationId="{B7145DBE-D461-EB2F-5277-5924B64F8567}"/>
          </ac:picMkLst>
        </pc:picChg>
      </pc:sldChg>
      <pc:sldChg chg="addSp modSp new mod">
        <pc:chgData name="Utkarsh Agarwal" userId="7a1216fa42ee05d0" providerId="LiveId" clId="{5A8ABE04-300D-46CD-9942-40B59078845C}" dt="2026-02-24T09:23:50.112" v="16" actId="1076"/>
        <pc:sldMkLst>
          <pc:docMk/>
          <pc:sldMk cId="763672723" sldId="265"/>
        </pc:sldMkLst>
        <pc:picChg chg="add mod">
          <ac:chgData name="Utkarsh Agarwal" userId="7a1216fa42ee05d0" providerId="LiveId" clId="{5A8ABE04-300D-46CD-9942-40B59078845C}" dt="2026-02-24T09:23:50.112" v="16" actId="1076"/>
          <ac:picMkLst>
            <pc:docMk/>
            <pc:sldMk cId="763672723" sldId="265"/>
            <ac:picMk id="5" creationId="{32C60BA8-764C-D9DD-2130-8DD6A7CE6853}"/>
          </ac:picMkLst>
        </pc:picChg>
      </pc:sldChg>
      <pc:sldChg chg="addSp modSp new mod">
        <pc:chgData name="Utkarsh Agarwal" userId="7a1216fa42ee05d0" providerId="LiveId" clId="{5A8ABE04-300D-46CD-9942-40B59078845C}" dt="2026-02-24T09:25:03.194" v="22" actId="1076"/>
        <pc:sldMkLst>
          <pc:docMk/>
          <pc:sldMk cId="1021939832" sldId="266"/>
        </pc:sldMkLst>
        <pc:picChg chg="add mod">
          <ac:chgData name="Utkarsh Agarwal" userId="7a1216fa42ee05d0" providerId="LiveId" clId="{5A8ABE04-300D-46CD-9942-40B59078845C}" dt="2026-02-24T09:25:03.194" v="22" actId="1076"/>
          <ac:picMkLst>
            <pc:docMk/>
            <pc:sldMk cId="1021939832" sldId="266"/>
            <ac:picMk id="5" creationId="{FC5F52A3-F5EE-72F2-488D-9A14857F6D5A}"/>
          </ac:picMkLst>
        </pc:picChg>
      </pc:sldChg>
      <pc:sldChg chg="addSp new mod">
        <pc:chgData name="Utkarsh Agarwal" userId="7a1216fa42ee05d0" providerId="LiveId" clId="{5A8ABE04-300D-46CD-9942-40B59078845C}" dt="2026-02-24T09:26:53.959" v="24" actId="22"/>
        <pc:sldMkLst>
          <pc:docMk/>
          <pc:sldMk cId="3120667855" sldId="267"/>
        </pc:sldMkLst>
        <pc:picChg chg="add">
          <ac:chgData name="Utkarsh Agarwal" userId="7a1216fa42ee05d0" providerId="LiveId" clId="{5A8ABE04-300D-46CD-9942-40B59078845C}" dt="2026-02-24T09:26:53.959" v="24" actId="22"/>
          <ac:picMkLst>
            <pc:docMk/>
            <pc:sldMk cId="3120667855" sldId="267"/>
            <ac:picMk id="5" creationId="{2F99BFE6-0C6E-F73C-0FB9-5C5BD42E9C14}"/>
          </ac:picMkLst>
        </pc:picChg>
      </pc:sldChg>
      <pc:sldChg chg="addSp new mod">
        <pc:chgData name="Utkarsh Agarwal" userId="7a1216fa42ee05d0" providerId="LiveId" clId="{5A8ABE04-300D-46CD-9942-40B59078845C}" dt="2026-02-24T09:29:11.921" v="26" actId="22"/>
        <pc:sldMkLst>
          <pc:docMk/>
          <pc:sldMk cId="1249795094" sldId="268"/>
        </pc:sldMkLst>
        <pc:picChg chg="add">
          <ac:chgData name="Utkarsh Agarwal" userId="7a1216fa42ee05d0" providerId="LiveId" clId="{5A8ABE04-300D-46CD-9942-40B59078845C}" dt="2026-02-24T09:29:11.921" v="26" actId="22"/>
          <ac:picMkLst>
            <pc:docMk/>
            <pc:sldMk cId="1249795094" sldId="268"/>
            <ac:picMk id="5" creationId="{88506B6F-1BE7-9929-CE59-3A70050207C3}"/>
          </ac:picMkLst>
        </pc:picChg>
      </pc:sldChg>
      <pc:sldChg chg="addSp delSp new mod">
        <pc:chgData name="Utkarsh Agarwal" userId="7a1216fa42ee05d0" providerId="LiveId" clId="{5A8ABE04-300D-46CD-9942-40B59078845C}" dt="2026-02-24T09:35:11.444" v="30" actId="22"/>
        <pc:sldMkLst>
          <pc:docMk/>
          <pc:sldMk cId="2958903663" sldId="269"/>
        </pc:sldMkLst>
        <pc:picChg chg="add del">
          <ac:chgData name="Utkarsh Agarwal" userId="7a1216fa42ee05d0" providerId="LiveId" clId="{5A8ABE04-300D-46CD-9942-40B59078845C}" dt="2026-02-24T09:35:11.124" v="29" actId="478"/>
          <ac:picMkLst>
            <pc:docMk/>
            <pc:sldMk cId="2958903663" sldId="269"/>
            <ac:picMk id="5" creationId="{8E85A2E5-FBA6-3E59-743F-114BE19EF053}"/>
          </ac:picMkLst>
        </pc:picChg>
        <pc:picChg chg="add">
          <ac:chgData name="Utkarsh Agarwal" userId="7a1216fa42ee05d0" providerId="LiveId" clId="{5A8ABE04-300D-46CD-9942-40B59078845C}" dt="2026-02-24T09:35:11.444" v="30" actId="22"/>
          <ac:picMkLst>
            <pc:docMk/>
            <pc:sldMk cId="2958903663" sldId="269"/>
            <ac:picMk id="7" creationId="{9B674D3F-9081-F31C-9DB7-11E9D569BBAC}"/>
          </ac:picMkLst>
        </pc:picChg>
      </pc:sldChg>
      <pc:sldChg chg="addSp new mod">
        <pc:chgData name="Utkarsh Agarwal" userId="7a1216fa42ee05d0" providerId="LiveId" clId="{5A8ABE04-300D-46CD-9942-40B59078845C}" dt="2026-02-24T10:21:45.817" v="32" actId="22"/>
        <pc:sldMkLst>
          <pc:docMk/>
          <pc:sldMk cId="3087252189" sldId="270"/>
        </pc:sldMkLst>
        <pc:picChg chg="add">
          <ac:chgData name="Utkarsh Agarwal" userId="7a1216fa42ee05d0" providerId="LiveId" clId="{5A8ABE04-300D-46CD-9942-40B59078845C}" dt="2026-02-24T10:21:45.817" v="32" actId="22"/>
          <ac:picMkLst>
            <pc:docMk/>
            <pc:sldMk cId="3087252189" sldId="270"/>
            <ac:picMk id="5" creationId="{D4B78B7D-E88F-886C-7BDD-519577907FD5}"/>
          </ac:picMkLst>
        </pc:picChg>
      </pc:sldChg>
      <pc:sldChg chg="addSp delSp new mod">
        <pc:chgData name="Utkarsh Agarwal" userId="7a1216fa42ee05d0" providerId="LiveId" clId="{5A8ABE04-300D-46CD-9942-40B59078845C}" dt="2026-02-24T10:25:13.526" v="36" actId="22"/>
        <pc:sldMkLst>
          <pc:docMk/>
          <pc:sldMk cId="4052867476" sldId="271"/>
        </pc:sldMkLst>
        <pc:picChg chg="add del">
          <ac:chgData name="Utkarsh Agarwal" userId="7a1216fa42ee05d0" providerId="LiveId" clId="{5A8ABE04-300D-46CD-9942-40B59078845C}" dt="2026-02-24T10:25:12.422" v="35" actId="478"/>
          <ac:picMkLst>
            <pc:docMk/>
            <pc:sldMk cId="4052867476" sldId="271"/>
            <ac:picMk id="5" creationId="{F91FA9DA-3ADF-C7A6-8A8B-48BB5BA91249}"/>
          </ac:picMkLst>
        </pc:picChg>
        <pc:picChg chg="add">
          <ac:chgData name="Utkarsh Agarwal" userId="7a1216fa42ee05d0" providerId="LiveId" clId="{5A8ABE04-300D-46CD-9942-40B59078845C}" dt="2026-02-24T10:25:13.526" v="36" actId="22"/>
          <ac:picMkLst>
            <pc:docMk/>
            <pc:sldMk cId="4052867476" sldId="271"/>
            <ac:picMk id="7" creationId="{40C3D7CE-1E0A-6F15-2DAF-2332FE6E5D3A}"/>
          </ac:picMkLst>
        </pc:picChg>
      </pc:sldChg>
      <pc:sldChg chg="addSp new mod">
        <pc:chgData name="Utkarsh Agarwal" userId="7a1216fa42ee05d0" providerId="LiveId" clId="{5A8ABE04-300D-46CD-9942-40B59078845C}" dt="2026-02-25T04:11:06.044" v="38" actId="22"/>
        <pc:sldMkLst>
          <pc:docMk/>
          <pc:sldMk cId="4058371617" sldId="272"/>
        </pc:sldMkLst>
        <pc:picChg chg="add">
          <ac:chgData name="Utkarsh Agarwal" userId="7a1216fa42ee05d0" providerId="LiveId" clId="{5A8ABE04-300D-46CD-9942-40B59078845C}" dt="2026-02-25T04:11:06.044" v="38" actId="22"/>
          <ac:picMkLst>
            <pc:docMk/>
            <pc:sldMk cId="4058371617" sldId="272"/>
            <ac:picMk id="5" creationId="{673ACFE8-17CD-2C34-9C43-74B321504FA5}"/>
          </ac:picMkLst>
        </pc:picChg>
      </pc:sldChg>
      <pc:sldChg chg="addSp delSp new mod">
        <pc:chgData name="Utkarsh Agarwal" userId="7a1216fa42ee05d0" providerId="LiveId" clId="{5A8ABE04-300D-46CD-9942-40B59078845C}" dt="2026-02-25T04:23:31.783" v="42" actId="22"/>
        <pc:sldMkLst>
          <pc:docMk/>
          <pc:sldMk cId="2847424223" sldId="273"/>
        </pc:sldMkLst>
        <pc:picChg chg="add del">
          <ac:chgData name="Utkarsh Agarwal" userId="7a1216fa42ee05d0" providerId="LiveId" clId="{5A8ABE04-300D-46CD-9942-40B59078845C}" dt="2026-02-25T04:23:30.604" v="41" actId="22"/>
          <ac:picMkLst>
            <pc:docMk/>
            <pc:sldMk cId="2847424223" sldId="273"/>
            <ac:picMk id="5" creationId="{99D68F96-BE38-DA95-6897-47F984B270C5}"/>
          </ac:picMkLst>
        </pc:picChg>
        <pc:picChg chg="add">
          <ac:chgData name="Utkarsh Agarwal" userId="7a1216fa42ee05d0" providerId="LiveId" clId="{5A8ABE04-300D-46CD-9942-40B59078845C}" dt="2026-02-25T04:23:31.783" v="42" actId="22"/>
          <ac:picMkLst>
            <pc:docMk/>
            <pc:sldMk cId="2847424223" sldId="273"/>
            <ac:picMk id="7" creationId="{0E63C183-9C90-56C9-0ADE-CEEEB5403889}"/>
          </ac:picMkLst>
        </pc:picChg>
      </pc:sldChg>
      <pc:sldChg chg="addSp new mod">
        <pc:chgData name="Utkarsh Agarwal" userId="7a1216fa42ee05d0" providerId="LiveId" clId="{5A8ABE04-300D-46CD-9942-40B59078845C}" dt="2026-02-25T04:35:17.641" v="44" actId="22"/>
        <pc:sldMkLst>
          <pc:docMk/>
          <pc:sldMk cId="4131111818" sldId="274"/>
        </pc:sldMkLst>
        <pc:picChg chg="add">
          <ac:chgData name="Utkarsh Agarwal" userId="7a1216fa42ee05d0" providerId="LiveId" clId="{5A8ABE04-300D-46CD-9942-40B59078845C}" dt="2026-02-25T04:35:17.641" v="44" actId="22"/>
          <ac:picMkLst>
            <pc:docMk/>
            <pc:sldMk cId="4131111818" sldId="274"/>
            <ac:picMk id="5" creationId="{D284421A-B797-2DEC-5FB7-4B5C7B6AE28D}"/>
          </ac:picMkLst>
        </pc:picChg>
      </pc:sldChg>
      <pc:sldChg chg="addSp new mod">
        <pc:chgData name="Utkarsh Agarwal" userId="7a1216fa42ee05d0" providerId="LiveId" clId="{5A8ABE04-300D-46CD-9942-40B59078845C}" dt="2026-02-25T04:42:42.310" v="46" actId="22"/>
        <pc:sldMkLst>
          <pc:docMk/>
          <pc:sldMk cId="802882285" sldId="275"/>
        </pc:sldMkLst>
        <pc:picChg chg="add">
          <ac:chgData name="Utkarsh Agarwal" userId="7a1216fa42ee05d0" providerId="LiveId" clId="{5A8ABE04-300D-46CD-9942-40B59078845C}" dt="2026-02-25T04:42:42.310" v="46" actId="22"/>
          <ac:picMkLst>
            <pc:docMk/>
            <pc:sldMk cId="802882285" sldId="275"/>
            <ac:picMk id="5" creationId="{5EC8EF0E-7042-97DC-6F81-8906D2860121}"/>
          </ac:picMkLst>
        </pc:picChg>
      </pc:sldChg>
      <pc:sldChg chg="addSp new mod">
        <pc:chgData name="Utkarsh Agarwal" userId="7a1216fa42ee05d0" providerId="LiveId" clId="{5A8ABE04-300D-46CD-9942-40B59078845C}" dt="2026-02-25T19:16:09.244" v="48" actId="22"/>
        <pc:sldMkLst>
          <pc:docMk/>
          <pc:sldMk cId="1606162329" sldId="276"/>
        </pc:sldMkLst>
        <pc:picChg chg="add">
          <ac:chgData name="Utkarsh Agarwal" userId="7a1216fa42ee05d0" providerId="LiveId" clId="{5A8ABE04-300D-46CD-9942-40B59078845C}" dt="2026-02-25T19:16:09.244" v="48" actId="22"/>
          <ac:picMkLst>
            <pc:docMk/>
            <pc:sldMk cId="1606162329" sldId="276"/>
            <ac:picMk id="5" creationId="{92FD361B-35CC-57AA-D045-FFB37DE2DAA6}"/>
          </ac:picMkLst>
        </pc:picChg>
      </pc:sldChg>
      <pc:sldChg chg="addSp new mod">
        <pc:chgData name="Utkarsh Agarwal" userId="7a1216fa42ee05d0" providerId="LiveId" clId="{5A8ABE04-300D-46CD-9942-40B59078845C}" dt="2026-02-25T19:32:14.265" v="50" actId="22"/>
        <pc:sldMkLst>
          <pc:docMk/>
          <pc:sldMk cId="87140329" sldId="277"/>
        </pc:sldMkLst>
        <pc:picChg chg="add">
          <ac:chgData name="Utkarsh Agarwal" userId="7a1216fa42ee05d0" providerId="LiveId" clId="{5A8ABE04-300D-46CD-9942-40B59078845C}" dt="2026-02-25T19:32:14.265" v="50" actId="22"/>
          <ac:picMkLst>
            <pc:docMk/>
            <pc:sldMk cId="87140329" sldId="277"/>
            <ac:picMk id="5" creationId="{1F00F370-7775-CC7D-205D-09AC24718BD1}"/>
          </ac:picMkLst>
        </pc:picChg>
      </pc:sldChg>
      <pc:sldChg chg="addSp new mod">
        <pc:chgData name="Utkarsh Agarwal" userId="7a1216fa42ee05d0" providerId="LiveId" clId="{5A8ABE04-300D-46CD-9942-40B59078845C}" dt="2026-02-25T19:35:32.325" v="52" actId="22"/>
        <pc:sldMkLst>
          <pc:docMk/>
          <pc:sldMk cId="4107806752" sldId="278"/>
        </pc:sldMkLst>
        <pc:picChg chg="add">
          <ac:chgData name="Utkarsh Agarwal" userId="7a1216fa42ee05d0" providerId="LiveId" clId="{5A8ABE04-300D-46CD-9942-40B59078845C}" dt="2026-02-25T19:35:32.325" v="52" actId="22"/>
          <ac:picMkLst>
            <pc:docMk/>
            <pc:sldMk cId="4107806752" sldId="278"/>
            <ac:picMk id="5" creationId="{16E924CC-641C-1A8F-18ED-FEB374FFCEA1}"/>
          </ac:picMkLst>
        </pc:picChg>
      </pc:sldChg>
      <pc:sldChg chg="addSp delSp modSp new mod">
        <pc:chgData name="Utkarsh Agarwal" userId="7a1216fa42ee05d0" providerId="LiveId" clId="{5A8ABE04-300D-46CD-9942-40B59078845C}" dt="2026-02-25T19:46:13.675" v="62" actId="22"/>
        <pc:sldMkLst>
          <pc:docMk/>
          <pc:sldMk cId="2307925107" sldId="279"/>
        </pc:sldMkLst>
        <pc:picChg chg="add del mod">
          <ac:chgData name="Utkarsh Agarwal" userId="7a1216fa42ee05d0" providerId="LiveId" clId="{5A8ABE04-300D-46CD-9942-40B59078845C}" dt="2026-02-25T19:45:17.409" v="59" actId="22"/>
          <ac:picMkLst>
            <pc:docMk/>
            <pc:sldMk cId="2307925107" sldId="279"/>
            <ac:picMk id="5" creationId="{DD9194E1-0504-F2B4-C0DD-0F3D1B8628C7}"/>
          </ac:picMkLst>
        </pc:picChg>
        <pc:picChg chg="add del">
          <ac:chgData name="Utkarsh Agarwal" userId="7a1216fa42ee05d0" providerId="LiveId" clId="{5A8ABE04-300D-46CD-9942-40B59078845C}" dt="2026-02-25T19:46:13.044" v="61" actId="22"/>
          <ac:picMkLst>
            <pc:docMk/>
            <pc:sldMk cId="2307925107" sldId="279"/>
            <ac:picMk id="8" creationId="{8D94B1B1-81C6-16CA-0371-9BCA07AA950E}"/>
          </ac:picMkLst>
        </pc:picChg>
        <pc:picChg chg="add">
          <ac:chgData name="Utkarsh Agarwal" userId="7a1216fa42ee05d0" providerId="LiveId" clId="{5A8ABE04-300D-46CD-9942-40B59078845C}" dt="2026-02-25T19:46:13.675" v="62" actId="22"/>
          <ac:picMkLst>
            <pc:docMk/>
            <pc:sldMk cId="2307925107" sldId="279"/>
            <ac:picMk id="10" creationId="{60DAEFAD-BD0A-8C12-978E-1084FD0354F0}"/>
          </ac:picMkLst>
        </pc:picChg>
      </pc:sldChg>
      <pc:sldChg chg="addSp new mod">
        <pc:chgData name="Utkarsh Agarwal" userId="7a1216fa42ee05d0" providerId="LiveId" clId="{5A8ABE04-300D-46CD-9942-40B59078845C}" dt="2026-02-25T20:02:31.583" v="64" actId="22"/>
        <pc:sldMkLst>
          <pc:docMk/>
          <pc:sldMk cId="1029022862" sldId="280"/>
        </pc:sldMkLst>
        <pc:picChg chg="add">
          <ac:chgData name="Utkarsh Agarwal" userId="7a1216fa42ee05d0" providerId="LiveId" clId="{5A8ABE04-300D-46CD-9942-40B59078845C}" dt="2026-02-25T20:02:31.583" v="64" actId="22"/>
          <ac:picMkLst>
            <pc:docMk/>
            <pc:sldMk cId="1029022862" sldId="280"/>
            <ac:picMk id="5" creationId="{C86E6159-4E73-D540-139E-BF13304BFD9C}"/>
          </ac:picMkLst>
        </pc:picChg>
      </pc:sldChg>
      <pc:sldChg chg="addSp new mod">
        <pc:chgData name="Utkarsh Agarwal" userId="7a1216fa42ee05d0" providerId="LiveId" clId="{5A8ABE04-300D-46CD-9942-40B59078845C}" dt="2026-02-25T20:13:00.397" v="66" actId="22"/>
        <pc:sldMkLst>
          <pc:docMk/>
          <pc:sldMk cId="2833160086" sldId="281"/>
        </pc:sldMkLst>
        <pc:picChg chg="add">
          <ac:chgData name="Utkarsh Agarwal" userId="7a1216fa42ee05d0" providerId="LiveId" clId="{5A8ABE04-300D-46CD-9942-40B59078845C}" dt="2026-02-25T20:13:00.397" v="66" actId="22"/>
          <ac:picMkLst>
            <pc:docMk/>
            <pc:sldMk cId="2833160086" sldId="281"/>
            <ac:picMk id="5" creationId="{A909B7F6-F843-897A-8A86-26EC2B438C5C}"/>
          </ac:picMkLst>
        </pc:picChg>
      </pc:sldChg>
      <pc:sldChg chg="addSp new mod">
        <pc:chgData name="Utkarsh Agarwal" userId="7a1216fa42ee05d0" providerId="LiveId" clId="{5A8ABE04-300D-46CD-9942-40B59078845C}" dt="2026-02-25T20:19:16.844" v="68" actId="22"/>
        <pc:sldMkLst>
          <pc:docMk/>
          <pc:sldMk cId="2350703802" sldId="282"/>
        </pc:sldMkLst>
        <pc:picChg chg="add">
          <ac:chgData name="Utkarsh Agarwal" userId="7a1216fa42ee05d0" providerId="LiveId" clId="{5A8ABE04-300D-46CD-9942-40B59078845C}" dt="2026-02-25T20:19:16.844" v="68" actId="22"/>
          <ac:picMkLst>
            <pc:docMk/>
            <pc:sldMk cId="2350703802" sldId="282"/>
            <ac:picMk id="5" creationId="{99095190-5DC8-0F73-6865-B0E2474CC041}"/>
          </ac:picMkLst>
        </pc:picChg>
      </pc:sldChg>
      <pc:sldChg chg="addSp new mod">
        <pc:chgData name="Utkarsh Agarwal" userId="7a1216fa42ee05d0" providerId="LiveId" clId="{5A8ABE04-300D-46CD-9942-40B59078845C}" dt="2026-02-25T20:22:05.745" v="70" actId="22"/>
        <pc:sldMkLst>
          <pc:docMk/>
          <pc:sldMk cId="1896067167" sldId="283"/>
        </pc:sldMkLst>
        <pc:picChg chg="add">
          <ac:chgData name="Utkarsh Agarwal" userId="7a1216fa42ee05d0" providerId="LiveId" clId="{5A8ABE04-300D-46CD-9942-40B59078845C}" dt="2026-02-25T20:22:05.745" v="70" actId="22"/>
          <ac:picMkLst>
            <pc:docMk/>
            <pc:sldMk cId="1896067167" sldId="283"/>
            <ac:picMk id="5" creationId="{34029668-513E-DB31-2A1C-390FD89DF96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452A8-060C-1842-D3B2-CFB138340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35E05A-3B13-7325-0B34-DA12C1572B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270B2-3980-1FC8-026A-D591C77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22E9-6EFA-F87A-1012-8D42F2A36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ECE4E-6DAB-5DA6-AF22-652F9F6B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654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0E9B4-3773-E645-E981-FB67D720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CE982-0C7B-07DD-C3F2-643D7A05E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92802-4F68-61C2-6AD2-AE1BA76F5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B4603-6DC3-A06F-F1CA-4E5C08E9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52217-DF0A-31F5-F200-44CCB88B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86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8275A-16E2-D9D1-0AA3-1007B7E05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7B2D4-342D-14DE-55A2-E1A3541F2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6CD96-167D-F398-93F6-94BE01FAA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BBAA6-ED8E-5800-B593-65319159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8A205-DBDB-BC8F-EB3D-5DC353B0B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452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E0072-75D1-13D9-D2A4-F9C71E47B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E2C7-D212-60C0-F376-BCF5F67D1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A34A53-C607-D2DB-D2CD-4501EAFCD4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890CE-A7E6-8CB2-74C4-47E16643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07E24-EC2B-D1EC-C816-A8FD01EE0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858962-D256-3CCF-EA46-21347FC74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881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05B02-3A1A-AE75-7370-929C7FF58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3A26A-BB73-C2AE-CA25-FE3E195D8D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85A68-F0E2-54EF-498D-B401E482B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8AE74A-CCDF-1CE8-0BFC-03FF882AA1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8133D6-5332-FAA8-3249-A20414612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0FD61D-1834-0234-5C0D-48228CAC6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88EF41-A4F9-0E37-B3ED-B3CC7F256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6C792E-6393-2780-658E-3FFED52F3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331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B216B-D6F9-680A-0F91-411D68C8D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2EEA6-7323-3934-3018-A32E63F8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76B289-9177-20FA-535B-BEBF4A369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C50FEA-034E-0F4A-C1FE-FBDF6E0A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108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70D3A-7333-E530-C982-2227A85D9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47F36F-3F88-49DF-CFAB-4A189D473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3DC70-7E86-D014-3DF0-3FE21034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2893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005E0-4E47-112C-AF60-93E91D0D8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B5759-341B-F139-B095-EAA642301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8B9B5-611E-3C53-C152-90E712903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6AFE9-AAD5-9566-2913-E72742C3B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5709B-29CE-9EB1-00F6-580C1350E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7DCA4-1408-9B5F-4475-929B4FA8F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28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AF71-CE37-2D03-E725-F7FA79C28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07423C-6129-916E-73C2-D15B8B2D4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B80A40-85E5-C34E-7712-F4BD929C5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20D8-C066-BDFE-70F3-D1BC63EDB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BDA9BD-A2AA-EB11-9E20-62BEC6F10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4834-1691-E512-E640-0776D502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7814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7B948-74F2-84F7-F43A-BF1A6DAF6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13146B-44D0-D703-5F4A-635CFD8C8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C4D38-ECC6-56A7-D5D5-399CBF200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D55BC-1699-E9CA-6CF9-E98193BC2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ABBEB-3671-BCB7-B022-8F0F8A9A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922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E1E7BB-CECD-8AE7-446C-CEB2A8E8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5E083A-AC30-82C3-E84E-1E8400878B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0D30D-21A1-CB76-9539-7CB6A4D5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57A05-FB1F-31DC-2D13-27129AE74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FB4E1-0545-E7DA-7013-B7683E9B5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910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7433D9-377A-35E9-238B-53B7CFC71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FCD64-E023-3D96-4110-68A5B08CE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62EDC-88A2-2D7C-66FC-1964E66243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3303C3-2CD8-4332-90AE-4FB0E3E6FE25}" type="datetimeFigureOut">
              <a:rPr lang="en-IN" smtClean="0"/>
              <a:t>26-02-2026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92A22-824A-DA60-41FA-7DFD5ACCEE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78461-0442-28A5-9DFD-8CA5A2E436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822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1B47-F0F4-668F-2C9B-E992E68559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B97A90-2A04-BA47-FD68-9D9ACD79A0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2A7BA0-1A53-883A-F5D3-26E84CC25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28" y="261495"/>
            <a:ext cx="11593543" cy="633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95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AD369-3BA3-8142-0403-21FDB128A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A7196-EA17-2BAA-2E11-C03E862E8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81576D-35BB-DAF8-59CE-DBEF86F62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3" y="390101"/>
            <a:ext cx="11307753" cy="60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02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4A04C-1BD0-CC8D-F573-2C43C03E9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C799-E38C-8895-8E73-B49B8FA13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54E18-B5E3-26A7-3AA8-DF4B03B14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1" y="304364"/>
            <a:ext cx="11164858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020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7B477-A4E9-4513-4D74-552C8439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C350-BD80-02CA-80C4-7C6BB1F3A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D91C8-7CAD-24FD-2332-04E6FBFE1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8" y="204337"/>
            <a:ext cx="11564964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4FD10-C522-0C1F-1C07-3F7D9173E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12E01-BD58-86BC-7D16-FBD07F9F1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99A6A-C4FE-31C5-5709-23380842F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620" y="0"/>
            <a:ext cx="101687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920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2BC83-B275-3221-0394-3326A58D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372D7-EBAE-A1F8-0B38-9225D62FA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E6321A-7F3F-8FD1-F63E-B9FE7800F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50" y="0"/>
            <a:ext cx="9769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43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106A-BB1E-7D35-6800-3DF8A2EF9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56EB-3250-6641-1B60-BE6ADC679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7E0A8-BAF1-48A6-9922-89C68E7EE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785" y="146581"/>
            <a:ext cx="9138430" cy="656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14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71999-2EEE-9CC5-AE47-ED41A3459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B5153-494B-FE2C-37EE-807668219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4D67D-14F3-F3B4-BAE7-6443D7B1D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792" y="0"/>
            <a:ext cx="9756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625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5D7EE-C51B-0A58-29D8-C2868D0E5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A45B0-7041-45D9-864C-C991C7051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145DBE-D461-EB2F-5277-5924B64F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" y="0"/>
            <a:ext cx="121663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21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BCAF-6B84-003C-6A1E-E4B62FFC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FA39F-28A1-7ADC-31C0-C7D62D1A2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C60BA8-764C-D9DD-2130-8DD6A7CE6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75" y="681037"/>
            <a:ext cx="11550453" cy="454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672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14C8-848B-0C39-124B-FF7E65931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9F515-9A0A-6193-5C94-E87193F7B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5F52A3-F5EE-72F2-488D-9A14857F6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83" y="1250222"/>
            <a:ext cx="11361434" cy="412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39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7CD07-A834-DEBA-21CA-B6B3B3628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80310-A76C-AEE5-2392-17F014D0D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9BFE6-0C6E-F73C-0FB9-5C5BD42E9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9" y="0"/>
            <a:ext cx="105972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67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E777C-B627-854A-9F21-722B66505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E54E0-4776-9BD4-1307-E30C0E532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506B6F-1BE7-9929-CE59-3A7005020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00" y="0"/>
            <a:ext cx="11179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95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F9857-50F5-CDE9-D32D-A285065B5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A76F-F231-5B30-25FE-BB490FA93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74D3F-9081-F31C-9DB7-11E9D569B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100" y="0"/>
            <a:ext cx="9267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0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67199-67B3-5CF9-B328-5597060F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4CCA2-C1F6-9004-0738-8520BAF9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B78B7D-E88F-886C-7BDD-519577907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9221"/>
            <a:ext cx="12192000" cy="487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52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6319E-5FBF-8287-36C0-BADBE287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4C9-D36B-0D0C-22C3-EFFB5043C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C3D7CE-1E0A-6F15-2DAF-2332FE6E5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2" y="0"/>
            <a:ext cx="10277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867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4B3CF-BB1D-FC9B-3E98-937744E23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95C30-5359-9031-3DD8-48F5BB465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ACFE8-17CD-2C34-9C43-74B321504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41" y="0"/>
            <a:ext cx="8424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371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B21B-C4F9-A6E7-76C8-C05121C68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6B86F-BD94-F710-49DA-AD6545E1E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63C183-9C90-56C9-0ADE-CEEEB5403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71" y="0"/>
            <a:ext cx="9212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24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7679-7E90-FA5E-8FAE-854FEF15C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E025B-433A-BB48-559A-32AA2736B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421A-B797-2DEC-5FB7-4B5C7B6AE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12" y="0"/>
            <a:ext cx="10069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11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C2AE-4103-A972-5336-D20DD495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13523-CF6B-6AF5-734F-C44D75A3E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8EF0E-7042-97DC-6F81-8906D2860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6" y="0"/>
            <a:ext cx="96579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882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12A83-1174-E03E-DA64-0A06C9029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6974B-937F-A730-A680-EF5000178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FD361B-35CC-57AA-D045-FFB37DE2D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17" y="0"/>
            <a:ext cx="88627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162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AD65-9A34-2B76-7A4B-73702F63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1A02F-BC28-B8C2-B620-F2AD7CBC4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0F370-7775-CC7D-205D-09AC24718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85" y="0"/>
            <a:ext cx="94476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40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8CBDA-4913-E2EA-9B3C-0B6AFB830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C9FB-D838-BEF6-45B7-3216DB37A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E924CC-641C-1A8F-18ED-FEB374FFC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92" y="661601"/>
            <a:ext cx="10498015" cy="55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806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4E1D-3E4A-23C0-7E5B-A61DF5DFF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BB0C-033A-673C-A91B-BDA102273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DAEFAD-BD0A-8C12-978E-1084FD035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273" y="0"/>
            <a:ext cx="87514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9251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20FE-C356-14C3-037B-75B4CBCA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9A90C-B59D-01CE-CE10-E32304496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6E6159-4E73-D540-139E-BF13304BF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487"/>
            <a:ext cx="12192000" cy="645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022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593F5-5316-76C7-A652-58FE4D08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E8819-F649-EB04-6999-0945AED23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9B7F6-F843-897A-8A86-26EC2B438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87" y="347232"/>
            <a:ext cx="10936226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160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1B45-504A-EF79-326E-27AC758B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9DDF2-490D-B850-252A-F6FDBC1EA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95190-5DC8-0F73-6865-B0E2474CC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2" y="247206"/>
            <a:ext cx="11612596" cy="636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7038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81F5E-8C90-6508-CE1E-F3AFA82C1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C7269-31DC-602B-34D6-761D652A8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29668-513E-DB31-2A1C-390FD89D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13" y="170995"/>
            <a:ext cx="11098174" cy="651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067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0</Words>
  <Application>Microsoft Office PowerPoint</Application>
  <PresentationFormat>Widescreen</PresentationFormat>
  <Paragraphs>0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2026-01-19T18:02:24Z</dcterms:created>
  <dcterms:modified xsi:type="dcterms:W3CDTF">2026-02-25T20:22:16Z</dcterms:modified>
</cp:coreProperties>
</file>