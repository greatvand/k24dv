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52A8-060C-1842-D3B2-CFB138340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5E05A-3B13-7325-0B34-DA12C1572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270B2-3980-1FC8-026A-D591C77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D22E9-6EFA-F87A-1012-8D42F2A3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ECE4E-6DAB-5DA6-AF22-652F9F6B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54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E9B4-3773-E645-E981-FB67D720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E982-0C7B-07DD-C3F2-643D7A05E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92802-4F68-61C2-6AD2-AE1BA76F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B4603-6DC3-A06F-F1CA-4E5C08E9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52217-DF0A-31F5-F200-44CCB88B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86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275A-16E2-D9D1-0AA3-1007B7E0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7B2D4-342D-14DE-55A2-E1A3541F2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6CD96-167D-F398-93F6-94BE01FA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BBAA6-ED8E-5800-B593-65319159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8A205-DBDB-BC8F-EB3D-5DC353B0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45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E0072-75D1-13D9-D2A4-F9C71E47B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EE2C7-D212-60C0-F376-BCF5F67D1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34A53-C607-D2DB-D2CD-4501EAFCD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90CE-A7E6-8CB2-74C4-47E16643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07E24-EC2B-D1EC-C816-A8FD01EE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58962-D256-3CCF-EA46-21347FC7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8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5B02-3A1A-AE75-7370-929C7FF5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3A26A-BB73-C2AE-CA25-FE3E195D8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85A68-F0E2-54EF-498D-B401E482B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AE74A-CCDF-1CE8-0BFC-03FF882AA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133D6-5332-FAA8-3249-A20414612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FD61D-1834-0234-5C0D-48228CAC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8EF41-A4F9-0E37-B3ED-B3CC7F25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C792E-6393-2780-658E-3FFED52F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31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216B-D6F9-680A-0F91-411D68C8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2EEA6-7323-3934-3018-A32E63F8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6B289-9177-20FA-535B-BEBF4A36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50FEA-034E-0F4A-C1FE-FBDF6E0A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10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70D3A-7333-E530-C982-2227A85D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47F36F-3F88-49DF-CFAB-4A189D47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3DC70-7E86-D014-3DF0-3FE21034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89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05E0-4E47-112C-AF60-93E91D0D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5759-341B-F139-B095-EAA64230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8B9B5-611E-3C53-C152-90E712903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6AFE9-AAD5-9566-2913-E72742C3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5709B-29CE-9EB1-00F6-580C1350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7DCA4-1408-9B5F-4475-929B4FA8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8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AF71-CE37-2D03-E725-F7FA79C2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7423C-6129-916E-73C2-D15B8B2D4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80A40-85E5-C34E-7712-F4BD929C5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520D8-C066-BDFE-70F3-D1BC63ED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DA9BD-A2AA-EB11-9E20-62BEC6F1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E4834-1691-E512-E640-0776D502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81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B948-74F2-84F7-F43A-BF1A6DAF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3146B-44D0-D703-5F4A-635CFD8C8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C4D38-ECC6-56A7-D5D5-399CBF20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D55BC-1699-E9CA-6CF9-E98193BC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ABBEB-3671-BCB7-B022-8F0F8A9A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922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1E7BB-CECD-8AE7-446C-CEB2A8E8E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E083A-AC30-82C3-E84E-1E8400878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0D30D-21A1-CB76-9539-7CB6A4D5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57A05-FB1F-31DC-2D13-27129AE7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FB4E1-0545-E7DA-7013-B7683E9B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1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433D9-377A-35E9-238B-53B7CFC7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FCD64-E023-3D96-4110-68A5B08CE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62EDC-88A2-2D7C-66FC-1964E6624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303C3-2CD8-4332-90AE-4FB0E3E6FE2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92A22-824A-DA60-41FA-7DFD5ACCE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8461-0442-28A5-9DFD-8CA5A2E43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22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1B47-F0F4-668F-2C9B-E992E68559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97A90-2A04-BA47-FD68-9D9ACD79A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A7BA0-1A53-883A-F5D3-26E84CC25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261495"/>
            <a:ext cx="11593543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9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D369-3BA3-8142-0403-21FDB128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A7196-EA17-2BAA-2E11-C03E862E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1576D-35BB-DAF8-59CE-DBEF86F62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390101"/>
            <a:ext cx="11307753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02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A04C-1BD0-CC8D-F573-2C43C03E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C799-E38C-8895-8E73-B49B8FA13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54E18-B5E3-26A7-3AA8-DF4B03B14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304364"/>
            <a:ext cx="11164858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2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B477-A4E9-4513-4D74-552C8439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4C350-BD80-02CA-80C4-7C6BB1F3A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D91C8-7CAD-24FD-2332-04E6FBFE1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204337"/>
            <a:ext cx="11564964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Agarwal</dc:creator>
  <cp:lastModifiedBy>Utkarsh Agarwal</cp:lastModifiedBy>
  <cp:revision>1</cp:revision>
  <dcterms:created xsi:type="dcterms:W3CDTF">2026-01-19T18:02:24Z</dcterms:created>
  <dcterms:modified xsi:type="dcterms:W3CDTF">2026-01-19T18:10:39Z</dcterms:modified>
</cp:coreProperties>
</file>